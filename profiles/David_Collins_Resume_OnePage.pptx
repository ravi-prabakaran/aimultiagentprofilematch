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6"/>
  </p:notesMasterIdLst>
  <p:sldIdLst>
    <p:sldId id="2563"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ne-Page Resume: David Collins" id="{F8190905-BCE8-40F7-A772-69E3DCA2705B}">
          <p14:sldIdLst/>
        </p14:section>
        <p14:section name="Professional Resume Summary" id="{254C0EB8-C0F7-462B-9F84-A13351F5DBB2}">
          <p14:sldIdLst>
            <p14:sldId id="2563"/>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12B289F-84C3-4541-B6C4-2304A84F48C7}" v="4" dt="2026-02-10T00:44:18.059"/>
    <p1510:client id="{E4D15120-7F24-2180-7135-F68B37D8E9C9}" v="32" dt="2026-02-10T00:45:37.9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p:cViewPr varScale="1">
        <p:scale>
          <a:sx n="102" d="100"/>
          <a:sy n="102" d="100"/>
        </p:scale>
        <p:origin x="954" y="318"/>
      </p:cViewPr>
      <p:guideLst/>
    </p:cSldViewPr>
  </p:slideViewPr>
  <p:notesTextViewPr>
    <p:cViewPr>
      <p:scale>
        <a:sx n="3" d="2"/>
        <a:sy n="3" d="2"/>
      </p:scale>
      <p:origin x="0" y="0"/>
    </p:cViewPr>
  </p:notesTextViewPr>
  <p:notesViewPr>
    <p:cSldViewPr>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5/10/relationships/revisionInfo" Target="revisionInfo.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560A7E-7B14-495C-8CA0-AD167FE14A41}" type="datetimeFigureOut">
              <a:t>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31B382-CF1D-4C65-8A04-E07F40A7EE2F}" type="slidenum">
              <a:t>‹#›</a:t>
            </a:fld>
            <a:endParaRPr lang="en-US"/>
          </a:p>
        </p:txBody>
      </p:sp>
    </p:spTree>
    <p:extLst>
      <p:ext uri="{BB962C8B-B14F-4D97-AF65-F5344CB8AC3E}">
        <p14:creationId xmlns:p14="http://schemas.microsoft.com/office/powerpoint/2010/main" val="4935395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one-page resume slide presents a consolidated professional overview of David Collins, a seasoned Legacy Applications Developer specializing in VB.NET, C#, SQL Server, and on-premises application environments. It highlights his eight years of experience supporting and modernizing legacy .NET Framework systems used across enterprise operations. Included within the slide are key contact details such as his professional email address, phone number, and location, along with links to his LinkedIn and GitHub profiles to provide quick access to deeper professional insights and code samples. The summary section emphasizes his core strengths in maintaining high‑availability systems, debugging application issues, optimizing codebases, and incrementally modernizing mission-critical applications while ensuring minimal risk and full operational continuity. Core technical skills summarized on the slide include proficiency in VB.NET and C#, WinForms, ASP.NET WebForms, WPF, SQL Server query optimization, SSIS packaging, and SSRS report development, as well as ADO.NET and IIS deployment processes. His professional experience is presented concisely and includes his leadership roles at Heritage Systems, where he improved SQL performance by 45%, modernized libraries, and reduced incident resolution times significantly. Additional experiences at NorthBridge Manufacturing and Pioneer Financial further demonstrate his ability to work in structured, on-premises environments, supporting both desktop and web-based applications and improving operational workflows through automation. Educational background includes a Bachelor’s degree in Computer Science from the University of Houston, which reinforces his academic foundation in software development and system design principles. The credentials section highlights key certifications such as AZ‑900 and SQL Server coursework, underscoring his initiative in continuous learning and hybrid-cloud readiness. Overall, the resume slide intentionally condenses these details into a format that is immediately readable while retaining depth, ensuring that a hiring manager can quickly understand David’s value proposition, technical breadth, and relevance for legacy modernization or maintenance-focused engineering roles.</a:t>
            </a:r>
          </a:p>
        </p:txBody>
      </p:sp>
      <p:sp>
        <p:nvSpPr>
          <p:cNvPr id="4" name="Slide Number Placeholder 3"/>
          <p:cNvSpPr>
            <a:spLocks noGrp="1"/>
          </p:cNvSpPr>
          <p:nvPr>
            <p:ph type="sldNum" sz="quarter" idx="5"/>
          </p:nvPr>
        </p:nvSpPr>
        <p:spPr/>
        <p:txBody>
          <a:bodyPr/>
          <a:lstStyle/>
          <a:p>
            <a:fld id="{E500D235-AA34-4EF8-971C-D5E304DC9F2E}" type="slidenum">
              <a:t>3</a:t>
            </a:fld>
            <a:endParaRPr lang="en-US"/>
          </a:p>
        </p:txBody>
      </p:sp>
    </p:spTree>
    <p:extLst>
      <p:ext uri="{BB962C8B-B14F-4D97-AF65-F5344CB8AC3E}">
        <p14:creationId xmlns:p14="http://schemas.microsoft.com/office/powerpoint/2010/main" val="388298372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39" y="1033272"/>
            <a:ext cx="5892073" cy="3895344"/>
          </a:xfrm>
        </p:spPr>
        <p:txBody>
          <a:bodyPr vert="horz" lIns="91440" tIns="45720" rIns="91440" bIns="45720" rtlCol="0" anchor="t">
            <a:normAutofit/>
          </a:bodyPr>
          <a:lstStyle>
            <a:lvl1pPr>
              <a:defRPr lang="en-US" sz="80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40" y="5733288"/>
            <a:ext cx="5892071" cy="795528"/>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chemeClr val="tx2"/>
                </a:solidFill>
              </a:defRPr>
            </a:lvl1pPr>
          </a:lstStyle>
          <a:p>
            <a:r>
              <a:rPr lang="en-US" dirty="0"/>
              <a:t>Footer Text</a:t>
            </a:r>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6931152" y="793817"/>
            <a:ext cx="5260848" cy="6064181"/>
          </a:xfrm>
          <a:blipFill>
            <a:blip r:embed="rId2">
              <a:alphaModFix amt="80000"/>
            </a:blip>
            <a:stretch>
              <a:fillRect/>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6938587" y="207982"/>
            <a:ext cx="2662798" cy="413360"/>
          </a:xfrm>
        </p:spPr>
        <p:txBody>
          <a:bodyPr/>
          <a:lstStyle>
            <a:lvl1pPr>
              <a:defRPr>
                <a:solidFill>
                  <a:schemeClr val="tx2"/>
                </a:solidFill>
              </a:defRPr>
            </a:lvl1pPr>
          </a:lstStyle>
          <a:p>
            <a:fld id="{BBB8170F-0370-4A38-8BF3-83D69476AE62}" type="datetime1">
              <a:rPr lang="en-US" smtClean="0"/>
              <a:t>2/9/2026</a:t>
            </a:fld>
            <a:endParaRPr lang="en-US" dirty="0"/>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chemeClr val="tx2"/>
                </a:solidFill>
              </a:defRPr>
            </a:lvl1p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CF2C2C7B-6B47-4A5B-B24C-B316964ABE62}"/>
              </a:ext>
            </a:extLst>
          </p:cNvPr>
          <p:cNvCxnSpPr>
            <a:cxnSpLocks/>
          </p:cNvCxnSpPr>
          <p:nvPr/>
        </p:nvCxnSpPr>
        <p:spPr>
          <a:xfrm flipV="1">
            <a:off x="6929823" y="789558"/>
            <a:ext cx="0" cy="6068442"/>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4F32355F-80FD-3956-F8D4-9DF4073D0E2E}"/>
              </a:ext>
            </a:extLst>
          </p:cNvPr>
          <p:cNvCxnSpPr>
            <a:cxnSpLocks/>
          </p:cNvCxnSpPr>
          <p:nvPr/>
        </p:nvCxnSpPr>
        <p:spPr>
          <a:xfrm>
            <a:off x="0" y="5420250"/>
            <a:ext cx="692982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0D4DD8B2-0D73-EB9B-9708-67DF28E40F96}"/>
              </a:ext>
            </a:extLst>
          </p:cNvPr>
          <p:cNvCxnSpPr>
            <a:cxnSpLocks/>
          </p:cNvCxnSpPr>
          <p:nvPr/>
        </p:nvCxnSpPr>
        <p:spPr>
          <a:xfrm>
            <a:off x="0" y="791907"/>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2318326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612648"/>
            <a:ext cx="11253668" cy="1106424"/>
          </a:xfrm>
        </p:spPr>
        <p:txBody>
          <a:bodyPr/>
          <a:lstStyle>
            <a:lvl1pPr>
              <a:defRPr sz="660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9" y="2139696"/>
            <a:ext cx="11253668" cy="42885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2D457B6E-DC25-9A54-64F7-98703149B156}"/>
              </a:ext>
            </a:extLst>
          </p:cNvPr>
          <p:cNvSpPr>
            <a:spLocks noGrp="1"/>
          </p:cNvSpPr>
          <p:nvPr>
            <p:ph type="ftr" sz="quarter" idx="11"/>
          </p:nvPr>
        </p:nvSpPr>
        <p:spPr/>
        <p:txBody>
          <a:bodyPr/>
          <a:lstStyle/>
          <a:p>
            <a:r>
              <a:rPr lang="en-US" dirty="0"/>
              <a:t>Footer Text</a:t>
            </a:r>
          </a:p>
        </p:txBody>
      </p:sp>
      <p:sp>
        <p:nvSpPr>
          <p:cNvPr id="8" name="Date Placeholder 7">
            <a:extLst>
              <a:ext uri="{FF2B5EF4-FFF2-40B4-BE49-F238E27FC236}">
                <a16:creationId xmlns:a16="http://schemas.microsoft.com/office/drawing/2014/main" id="{D49DF708-DA4E-D117-5CE8-7401A836F675}"/>
              </a:ext>
            </a:extLst>
          </p:cNvPr>
          <p:cNvSpPr>
            <a:spLocks noGrp="1"/>
          </p:cNvSpPr>
          <p:nvPr>
            <p:ph type="dt" sz="half" idx="10"/>
          </p:nvPr>
        </p:nvSpPr>
        <p:spPr/>
        <p:txBody>
          <a:bodyPr/>
          <a:lstStyle/>
          <a:p>
            <a:fld id="{20D15516-589F-487D-BF51-9635DCEA90D5}" type="datetime1">
              <a:rPr lang="en-US" smtClean="0"/>
              <a:t>2/9/2026</a:t>
            </a:fld>
            <a:endParaRPr lang="en-US"/>
          </a:p>
        </p:txBody>
      </p:sp>
      <p:sp>
        <p:nvSpPr>
          <p:cNvPr id="10" name="Slide Number Placeholder 9">
            <a:extLst>
              <a:ext uri="{FF2B5EF4-FFF2-40B4-BE49-F238E27FC236}">
                <a16:creationId xmlns:a16="http://schemas.microsoft.com/office/drawing/2014/main" id="{D1AE2728-8254-BE0F-89AB-2D5352D66F0D}"/>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093DFD8D-B66E-C844-B523-E3C51265F5EA}"/>
              </a:ext>
            </a:extLst>
          </p:cNvPr>
          <p:cNvCxnSpPr>
            <a:cxnSpLocks/>
          </p:cNvCxnSpPr>
          <p:nvPr/>
        </p:nvCxnSpPr>
        <p:spPr>
          <a:xfrm>
            <a:off x="0" y="180556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883369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749808"/>
            <a:ext cx="6236208" cy="3694176"/>
          </a:xfrm>
        </p:spPr>
        <p:txBody>
          <a:bodyPr vert="horz" lIns="91440" tIns="45720" rIns="91440" bIns="45720" rtlCol="0" anchor="t">
            <a:normAutofit/>
          </a:bodyPr>
          <a:lstStyle>
            <a:lvl1pPr>
              <a:defRPr lang="en-US" sz="88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40" y="5477256"/>
            <a:ext cx="6236208" cy="1115568"/>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4413504" y="207982"/>
            <a:ext cx="1682496" cy="413360"/>
          </a:xfrm>
        </p:spPr>
        <p:txBody>
          <a:bodyPr/>
          <a:lstStyle>
            <a:lvl1pPr>
              <a:defRPr>
                <a:solidFill>
                  <a:schemeClr val="tx2"/>
                </a:solidFill>
              </a:defRPr>
            </a:lvl1pPr>
          </a:lstStyle>
          <a:p>
            <a:fld id="{F7E6234A-55DB-493D-B5E3-FA55E3CA245B}" type="datetime1">
              <a:rPr lang="en-US" smtClean="0"/>
              <a:t>2/9/2026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a:xfrm>
            <a:off x="6009801" y="207982"/>
            <a:ext cx="546447" cy="413360"/>
          </a:xfrm>
        </p:spPr>
        <p:txBody>
          <a:bodyPr/>
          <a:lstStyle>
            <a:lvl1pPr>
              <a:defRPr>
                <a:solidFill>
                  <a:schemeClr val="tx2"/>
                </a:solidFill>
              </a:defRPr>
            </a:lvl1pPr>
          </a:lstStyle>
          <a:p>
            <a:fld id="{753D0FD4-819D-4187-8797-C35567B41C78}" type="slidenum">
              <a:rPr lang="en-US" smtClean="0"/>
              <a:t>‹#›</a:t>
            </a:fld>
            <a:endParaRPr lang="en-US"/>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7278624" y="0"/>
            <a:ext cx="4913373" cy="6858000"/>
          </a:xfrm>
          <a:blipFill>
            <a:blip r:embed="rId2">
              <a:alphaModFix amt="80000"/>
            </a:blip>
            <a:stretch>
              <a:fillRect/>
            </a:stretch>
          </a:blipFill>
        </p:spPr>
        <p:txBody>
          <a:bodyPr/>
          <a:lstStyle>
            <a:lvl1pPr marL="0" indent="0">
              <a:buNone/>
              <a:defRPr/>
            </a:lvl1pPr>
          </a:lstStyle>
          <a:p>
            <a:r>
              <a:rPr lang="en-US" dirty="0"/>
              <a:t> </a:t>
            </a:r>
          </a:p>
        </p:txBody>
      </p:sp>
      <p:cxnSp>
        <p:nvCxnSpPr>
          <p:cNvPr id="7" name="Straight Connector 6">
            <a:extLst>
              <a:ext uri="{FF2B5EF4-FFF2-40B4-BE49-F238E27FC236}">
                <a16:creationId xmlns:a16="http://schemas.microsoft.com/office/drawing/2014/main" id="{87083F37-054B-54D7-2AD5-6DFFCC79603C}"/>
              </a:ext>
            </a:extLst>
          </p:cNvPr>
          <p:cNvCxnSpPr>
            <a:cxnSpLocks/>
          </p:cNvCxnSpPr>
          <p:nvPr/>
        </p:nvCxnSpPr>
        <p:spPr>
          <a:xfrm>
            <a:off x="0" y="5287974"/>
            <a:ext cx="7277621"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99AB8D9-761C-35FC-CA6D-1317D71DF6BE}"/>
              </a:ext>
            </a:extLst>
          </p:cNvPr>
          <p:cNvCxnSpPr>
            <a:cxnSpLocks/>
          </p:cNvCxnSpPr>
          <p:nvPr/>
        </p:nvCxnSpPr>
        <p:spPr>
          <a:xfrm flipV="1">
            <a:off x="7277621" y="0"/>
            <a:ext cx="0" cy="6858001"/>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5724532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with Pictur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5223554"/>
            <a:ext cx="11430000" cy="914400"/>
          </a:xfrm>
        </p:spPr>
        <p:txBody>
          <a:bodyPr vert="horz" lIns="91440" tIns="45720" rIns="91440" bIns="45720" rtlCol="0" anchor="b">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39" y="6083090"/>
            <a:ext cx="11429999" cy="566928"/>
          </a:xfrm>
        </p:spPr>
        <p:txBody>
          <a:bodyPr vert="horz" lIns="91440" tIns="45720" rIns="91440" bIns="45720" rtlCol="0" anchor="ctr">
            <a:normAutofit/>
          </a:bodyPr>
          <a:lstStyle>
            <a:lvl1pPr marL="0" indent="0">
              <a:buNone/>
              <a:defRPr lang="en-US"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0" y="0"/>
            <a:ext cx="12192000" cy="5069400"/>
          </a:xfrm>
          <a:blipFill>
            <a:blip r:embed="rId2">
              <a:alphaModFix amt="8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rgbClr val="FFFFFF"/>
                </a:solidFill>
                <a:effectLst>
                  <a:outerShdw blurRad="38100" dist="38100" dir="2700000" algn="tl">
                    <a:srgbClr val="000000">
                      <a:alpha val="43137"/>
                    </a:srgbClr>
                  </a:outerShdw>
                </a:effectLst>
              </a:defRPr>
            </a:lvl1pPr>
          </a:lstStyle>
          <a:p>
            <a:r>
              <a:rPr lang="en-US" dirty="0"/>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lvl1pPr>
              <a:defRPr>
                <a:solidFill>
                  <a:srgbClr val="FFFFFF"/>
                </a:solidFill>
                <a:effectLst>
                  <a:outerShdw blurRad="38100" dist="38100" dir="2700000" algn="tl">
                    <a:srgbClr val="000000">
                      <a:alpha val="43137"/>
                    </a:srgbClr>
                  </a:outerShdw>
                </a:effectLst>
              </a:defRPr>
            </a:lvl1pPr>
          </a:lstStyle>
          <a:p>
            <a:fld id="{BD5D1244-0536-4076-95F8-65E3144966FF}" type="datetime1">
              <a:rPr lang="en-US" smtClean="0"/>
              <a:t>2/9/2026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rgbClr val="FFFFFF"/>
                </a:solidFill>
                <a:effectLst>
                  <a:outerShdw blurRad="38100" dist="38100" dir="2700000" algn="tl">
                    <a:srgbClr val="000000">
                      <a:alpha val="43137"/>
                    </a:srgbClr>
                  </a:outerShdw>
                </a:effectLst>
              </a:defRPr>
            </a:lvl1p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8ABE8472-319C-7663-7B71-2A6549DED7EF}"/>
              </a:ext>
            </a:extLst>
          </p:cNvPr>
          <p:cNvCxnSpPr>
            <a:cxnSpLocks/>
          </p:cNvCxnSpPr>
          <p:nvPr/>
        </p:nvCxnSpPr>
        <p:spPr>
          <a:xfrm>
            <a:off x="0" y="5068350"/>
            <a:ext cx="12188952"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68762347"/>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with Picture 4">
    <p:spTree>
      <p:nvGrpSpPr>
        <p:cNvPr id="1" name=""/>
        <p:cNvGrpSpPr/>
        <p:nvPr/>
      </p:nvGrpSpPr>
      <p:grpSpPr>
        <a:xfrm>
          <a:off x="0" y="0"/>
          <a:ext cx="0" cy="0"/>
          <a:chOff x="0" y="0"/>
          <a:chExt cx="0" cy="0"/>
        </a:xfrm>
      </p:grpSpPr>
      <p:sp>
        <p:nvSpPr>
          <p:cNvPr id="8" name="Picture Placeholder 10">
            <a:extLst>
              <a:ext uri="{FF2B5EF4-FFF2-40B4-BE49-F238E27FC236}">
                <a16:creationId xmlns:a16="http://schemas.microsoft.com/office/drawing/2014/main" id="{AEB3F954-B0A7-AD5D-A897-AAA57CEEA771}"/>
              </a:ext>
            </a:extLst>
          </p:cNvPr>
          <p:cNvSpPr>
            <a:spLocks noGrp="1"/>
          </p:cNvSpPr>
          <p:nvPr>
            <p:ph type="pic" sz="quarter" idx="13" hasCustomPrompt="1"/>
          </p:nvPr>
        </p:nvSpPr>
        <p:spPr>
          <a:xfrm>
            <a:off x="0" y="0"/>
            <a:ext cx="12198096" cy="6858000"/>
          </a:xfrm>
          <a:custGeom>
            <a:avLst/>
            <a:gdLst>
              <a:gd name="connsiteX0" fmla="*/ 6914322 w 12198096"/>
              <a:gd name="connsiteY0" fmla="*/ 789558 h 6858000"/>
              <a:gd name="connsiteX1" fmla="*/ 6914322 w 12198096"/>
              <a:gd name="connsiteY1" fmla="*/ 6106620 h 6858000"/>
              <a:gd name="connsiteX2" fmla="*/ 11547659 w 12198096"/>
              <a:gd name="connsiteY2" fmla="*/ 6106620 h 6858000"/>
              <a:gd name="connsiteX3" fmla="*/ 11547659 w 12198096"/>
              <a:gd name="connsiteY3" fmla="*/ 789558 h 6858000"/>
              <a:gd name="connsiteX4" fmla="*/ 0 w 12198096"/>
              <a:gd name="connsiteY4" fmla="*/ 0 h 6858000"/>
              <a:gd name="connsiteX5" fmla="*/ 12198096 w 12198096"/>
              <a:gd name="connsiteY5" fmla="*/ 0 h 6858000"/>
              <a:gd name="connsiteX6" fmla="*/ 12198096 w 12198096"/>
              <a:gd name="connsiteY6" fmla="*/ 6858000 h 6858000"/>
              <a:gd name="connsiteX7" fmla="*/ 0 w 12198096"/>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8096" h="6858000">
                <a:moveTo>
                  <a:pt x="6914322" y="789558"/>
                </a:moveTo>
                <a:lnTo>
                  <a:pt x="6914322" y="6106620"/>
                </a:lnTo>
                <a:lnTo>
                  <a:pt x="11547659" y="6106620"/>
                </a:lnTo>
                <a:lnTo>
                  <a:pt x="11547659" y="789558"/>
                </a:lnTo>
                <a:close/>
                <a:moveTo>
                  <a:pt x="0" y="0"/>
                </a:moveTo>
                <a:lnTo>
                  <a:pt x="12198096" y="0"/>
                </a:lnTo>
                <a:lnTo>
                  <a:pt x="12198096" y="6858000"/>
                </a:lnTo>
                <a:lnTo>
                  <a:pt x="0" y="6858000"/>
                </a:lnTo>
                <a:close/>
              </a:path>
            </a:pathLst>
          </a:custGeom>
          <a:blipFill>
            <a:blip r:embed="rId2">
              <a:alphaModFix amt="80000"/>
            </a:blip>
            <a:stretch>
              <a:fillRect/>
            </a:stretch>
          </a:blipFill>
        </p:spPr>
        <p:txBody>
          <a:bodyPr wrap="square">
            <a:noAutofit/>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6914324" y="789558"/>
            <a:ext cx="4633337" cy="4212210"/>
          </a:xfrm>
          <a:solidFill>
            <a:schemeClr val="bg2"/>
          </a:solidFill>
          <a:ln>
            <a:solidFill>
              <a:schemeClr val="tx2"/>
            </a:solidFill>
          </a:ln>
        </p:spPr>
        <p:txBody>
          <a:bodyPr vert="horz" lIns="320040" tIns="347472" rIns="228600" bIns="45720" rtlCol="0" anchor="t">
            <a:normAutofit/>
          </a:bodyPr>
          <a:lstStyle>
            <a:lvl1pPr>
              <a:defRPr lang="en-US" sz="6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6914322" y="4994648"/>
            <a:ext cx="4633338" cy="1111972"/>
          </a:xfrm>
          <a:solidFill>
            <a:schemeClr val="bg2"/>
          </a:solidFill>
          <a:ln>
            <a:solidFill>
              <a:schemeClr val="tx2"/>
            </a:solidFill>
          </a:ln>
        </p:spPr>
        <p:txBody>
          <a:bodyPr vert="horz" lIns="320040" tIns="45720" rIns="274320" bIns="45720" rtlCol="0" anchor="ctr">
            <a:normAutofit/>
          </a:bodyPr>
          <a:lstStyle>
            <a:lvl1pPr marL="0" indent="0">
              <a:buNone/>
              <a:defRPr lang="en-US"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rgbClr val="FFFFFF"/>
                </a:solidFill>
                <a:effectLst>
                  <a:outerShdw blurRad="38100" dist="38100" dir="2700000" algn="tl">
                    <a:srgbClr val="000000">
                      <a:alpha val="43137"/>
                    </a:srgbClr>
                  </a:outerShdw>
                </a:effectLst>
              </a:defRPr>
            </a:lvl1pPr>
          </a:lstStyle>
          <a:p>
            <a:r>
              <a:rPr lang="en-US" dirty="0"/>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6914323" y="207982"/>
            <a:ext cx="2687062" cy="413360"/>
          </a:xfrm>
        </p:spPr>
        <p:txBody>
          <a:bodyPr/>
          <a:lstStyle>
            <a:lvl1pPr>
              <a:defRPr>
                <a:solidFill>
                  <a:srgbClr val="FFFFFF"/>
                </a:solidFill>
                <a:effectLst>
                  <a:outerShdw blurRad="38100" dist="38100" dir="2700000" algn="tl">
                    <a:srgbClr val="000000">
                      <a:alpha val="43137"/>
                    </a:srgbClr>
                  </a:outerShdw>
                </a:effectLst>
              </a:defRPr>
            </a:lvl1pPr>
          </a:lstStyle>
          <a:p>
            <a:fld id="{AC13FD3B-23EF-4174-AD3C-BC50B64D7857}" type="datetime1">
              <a:rPr lang="en-US" smtClean="0"/>
              <a:t>2/9/2026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rgbClr val="FFFFFF"/>
                </a:solidFill>
                <a:effectLst>
                  <a:outerShdw blurRad="38100" dist="38100" dir="2700000" algn="tl">
                    <a:srgbClr val="000000">
                      <a:alpha val="43137"/>
                    </a:srgbClr>
                  </a:outerShdw>
                </a:effectLst>
              </a:defRPr>
            </a:lvl1pPr>
          </a:lstStyle>
          <a:p>
            <a:fld id="{753D0FD4-819D-4187-8797-C35567B41C78}" type="slidenum">
              <a:rPr lang="en-US" smtClean="0"/>
              <a:t>‹#›</a:t>
            </a:fld>
            <a:endParaRPr lang="en-US"/>
          </a:p>
        </p:txBody>
      </p:sp>
    </p:spTree>
    <p:extLst>
      <p:ext uri="{BB962C8B-B14F-4D97-AF65-F5344CB8AC3E}">
        <p14:creationId xmlns:p14="http://schemas.microsoft.com/office/powerpoint/2010/main" val="3351154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itle with Picture 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749808"/>
            <a:ext cx="5422392" cy="3822192"/>
          </a:xfrm>
        </p:spPr>
        <p:txBody>
          <a:bodyPr vert="horz" lIns="91440" tIns="45720" rIns="91440" bIns="45720" rtlCol="0" anchor="t">
            <a:normAutofit/>
          </a:bodyPr>
          <a:lstStyle>
            <a:lvl1pPr>
              <a:defRPr lang="en-US" sz="6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40" y="5486400"/>
            <a:ext cx="5422391" cy="978408"/>
          </a:xfrm>
        </p:spPr>
        <p:txBody>
          <a:bodyPr vert="horz" lIns="91440" tIns="45720" rIns="91440" bIns="45720" rtlCol="0" anchor="ctr">
            <a:normAutofit/>
          </a:bodyPr>
          <a:lstStyle>
            <a:lvl1pPr marL="0" indent="0">
              <a:buNone/>
              <a:defRPr lang="en-US"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p>
            <a:r>
              <a:rPr lang="en-US" dirty="0"/>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4815840" y="207982"/>
            <a:ext cx="1280160" cy="413360"/>
          </a:xfrm>
        </p:spPr>
        <p:txBody>
          <a:bodyPr/>
          <a:lstStyle/>
          <a:p>
            <a:fld id="{630E96CE-B7D5-4325-A1C8-DFEADC4BE081}" type="datetime1">
              <a:rPr lang="en-US" smtClean="0"/>
              <a:t>2/9/2026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a:xfrm>
            <a:off x="5982383" y="207982"/>
            <a:ext cx="546447" cy="413360"/>
          </a:xfrm>
        </p:spPr>
        <p:txBody>
          <a:bodyPr/>
          <a:lstStyle/>
          <a:p>
            <a:fld id="{753D0FD4-819D-4187-8797-C35567B41C78}" type="slidenum">
              <a:rPr lang="en-US" smtClean="0"/>
              <a:t>‹#›</a:t>
            </a:fld>
            <a:endParaRPr lang="en-US"/>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7035554" y="0"/>
            <a:ext cx="5156444" cy="6858000"/>
          </a:xfrm>
          <a:blipFill dpi="0" rotWithShape="1">
            <a:blip r:embed="rId2">
              <a:alphaModFix amt="80000"/>
            </a:blip>
            <a:srcRect/>
            <a:stretch>
              <a:fillRect/>
            </a:stretch>
          </a:blipFill>
        </p:spPr>
        <p:txBody>
          <a:bodyPr/>
          <a:lstStyle>
            <a:lvl1pPr marL="0" indent="0">
              <a:buNone/>
              <a:defRPr/>
            </a:lvl1pPr>
          </a:lstStyle>
          <a:p>
            <a:r>
              <a:rPr lang="en-US" dirty="0"/>
              <a:t> </a:t>
            </a:r>
          </a:p>
        </p:txBody>
      </p:sp>
      <p:cxnSp>
        <p:nvCxnSpPr>
          <p:cNvPr id="9" name="Straight Connector 8">
            <a:extLst>
              <a:ext uri="{FF2B5EF4-FFF2-40B4-BE49-F238E27FC236}">
                <a16:creationId xmlns:a16="http://schemas.microsoft.com/office/drawing/2014/main" id="{E1B20121-9211-E62C-6EDF-8301AE0A0865}"/>
              </a:ext>
            </a:extLst>
          </p:cNvPr>
          <p:cNvCxnSpPr>
            <a:cxnSpLocks/>
          </p:cNvCxnSpPr>
          <p:nvPr/>
        </p:nvCxnSpPr>
        <p:spPr>
          <a:xfrm>
            <a:off x="-4130" y="5215687"/>
            <a:ext cx="703225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ABA69D92-87B2-B41F-6979-69668092108B}"/>
              </a:ext>
            </a:extLst>
          </p:cNvPr>
          <p:cNvCxnSpPr>
            <a:cxnSpLocks/>
          </p:cNvCxnSpPr>
          <p:nvPr/>
        </p:nvCxnSpPr>
        <p:spPr>
          <a:xfrm flipV="1">
            <a:off x="7028120" y="0"/>
            <a:ext cx="0" cy="6858001"/>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98754165"/>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Titl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749808"/>
            <a:ext cx="9287134" cy="3410712"/>
          </a:xfrm>
        </p:spPr>
        <p:txBody>
          <a:bodyPr vert="horz" lIns="91440" tIns="45720" rIns="91440" bIns="45720" rtlCol="0" anchor="t">
            <a:normAutofit/>
          </a:bodyPr>
          <a:lstStyle>
            <a:lvl1pPr>
              <a:defRPr lang="en-US" sz="125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40" y="5477256"/>
            <a:ext cx="11155680" cy="1115568"/>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lvl1pPr>
              <a:defRPr>
                <a:solidFill>
                  <a:schemeClr val="tx2"/>
                </a:solidFill>
              </a:defRPr>
            </a:lvl1pPr>
          </a:lstStyle>
          <a:p>
            <a:fld id="{09DAD850-6AC5-466F-AC13-19EF30EEFBC3}" type="datetime1">
              <a:rPr lang="en-US" smtClean="0"/>
              <a:t>2/9/2026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chemeClr val="tx2"/>
                </a:solidFill>
              </a:defRPr>
            </a:lvl1p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9D0B70F0-3BE4-FD57-7260-3612F25DFB6B}"/>
              </a:ext>
            </a:extLst>
          </p:cNvPr>
          <p:cNvCxnSpPr>
            <a:cxnSpLocks/>
          </p:cNvCxnSpPr>
          <p:nvPr/>
        </p:nvCxnSpPr>
        <p:spPr>
          <a:xfrm>
            <a:off x="0" y="527477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68588333"/>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itl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758952"/>
            <a:ext cx="7589520" cy="4087368"/>
          </a:xfrm>
        </p:spPr>
        <p:txBody>
          <a:bodyPr vert="horz" lIns="91440" tIns="45720" rIns="91440" bIns="45720" rtlCol="0" anchor="t">
            <a:normAutofit/>
          </a:bodyPr>
          <a:lstStyle>
            <a:lvl1pPr>
              <a:defRPr lang="en-US" sz="96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39" y="5404104"/>
            <a:ext cx="11515277" cy="576072"/>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a:xfrm>
            <a:off x="317773" y="6254496"/>
            <a:ext cx="2963692" cy="413360"/>
          </a:xfrm>
        </p:spPr>
        <p:txBody>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7921742" y="6254496"/>
            <a:ext cx="1679642" cy="413360"/>
          </a:xfrm>
        </p:spPr>
        <p:txBody>
          <a:bodyPr/>
          <a:lstStyle>
            <a:lvl1pPr>
              <a:defRPr>
                <a:solidFill>
                  <a:schemeClr val="tx2"/>
                </a:solidFill>
              </a:defRPr>
            </a:lvl1pPr>
          </a:lstStyle>
          <a:p>
            <a:fld id="{E8F94E15-B448-489B-871D-A40527BFA7B7}" type="datetime1">
              <a:rPr lang="en-US" smtClean="0"/>
              <a:t>2/9/2026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a:xfrm>
            <a:off x="11288870" y="6254496"/>
            <a:ext cx="546447" cy="413360"/>
          </a:xfrm>
        </p:spPr>
        <p:txBody>
          <a:bodyPr/>
          <a:lstStyle>
            <a:lvl1pPr>
              <a:defRPr>
                <a:solidFill>
                  <a:schemeClr val="tx2"/>
                </a:solidFill>
              </a:defRPr>
            </a:lvl1p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F05C310B-ED34-BA33-630C-F8D5EB2A41A2}"/>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C6B77E3C-9D50-9277-C646-D9B5AB8122BB}"/>
              </a:ext>
            </a:extLst>
          </p:cNvPr>
          <p:cNvCxnSpPr>
            <a:cxnSpLocks/>
          </p:cNvCxnSpPr>
          <p:nvPr/>
        </p:nvCxnSpPr>
        <p:spPr>
          <a:xfrm>
            <a:off x="0" y="527477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86478402"/>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1426464"/>
            <a:ext cx="9528048" cy="4183468"/>
          </a:xfrm>
        </p:spPr>
        <p:txBody>
          <a:bodyPr vert="horz" lIns="91440" tIns="45720" rIns="91440" bIns="45720" rtlCol="0" anchor="b">
            <a:normAutofit/>
          </a:bodyPr>
          <a:lstStyle>
            <a:lvl1pPr>
              <a:defRPr lang="en-US" sz="115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39" y="5779008"/>
            <a:ext cx="9528047" cy="923544"/>
          </a:xfrm>
        </p:spPr>
        <p:txBody>
          <a:bodyPr vert="horz" lIns="91440" tIns="45720" rIns="91440" bIns="45720" rtlCol="0">
            <a:normAutofit/>
          </a:bodyPr>
          <a:lstStyle>
            <a:lvl1pPr marL="0" indent="0">
              <a:buNone/>
              <a:defRPr lang="en-US"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p>
            <a:r>
              <a:rPr lang="en-US" dirty="0"/>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7680069" y="207982"/>
            <a:ext cx="2168017" cy="413360"/>
          </a:xfrm>
        </p:spPr>
        <p:txBody>
          <a:bodyPr/>
          <a:lstStyle/>
          <a:p>
            <a:fld id="{D9253186-4750-42D8-B836-81746FB2A999}" type="datetime1">
              <a:rPr lang="en-US" smtClean="0"/>
              <a:t>2/9/2026</a:t>
            </a:fld>
            <a:endParaRPr lang="en-US" dirty="0"/>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8F6B2E7A-179E-B6D8-4F25-0673E53A95D4}"/>
              </a:ext>
            </a:extLst>
          </p:cNvPr>
          <p:cNvCxnSpPr>
            <a:cxnSpLocks/>
          </p:cNvCxnSpPr>
          <p:nvPr/>
        </p:nvCxnSpPr>
        <p:spPr>
          <a:xfrm>
            <a:off x="1" y="790415"/>
            <a:ext cx="12191999"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85775762"/>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Section Header">
    <p:bg>
      <p:bgPr>
        <a:solidFill>
          <a:srgbClr val="C8350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64008" y="1435608"/>
            <a:ext cx="11594592" cy="5559552"/>
          </a:xfrm>
        </p:spPr>
        <p:txBody>
          <a:bodyPr anchor="b">
            <a:normAutofit/>
          </a:bodyPr>
          <a:lstStyle>
            <a:lvl1pPr>
              <a:lnSpc>
                <a:spcPct val="67000"/>
              </a:lnSpc>
              <a:defRPr sz="14800">
                <a:solidFill>
                  <a:schemeClr val="tx2"/>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CEC3F3D2-CADD-A94F-6739-CCCDA6C6FA8C}"/>
              </a:ext>
            </a:extLst>
          </p:cNvPr>
          <p:cNvSpPr>
            <a:spLocks noGrp="1"/>
          </p:cNvSpPr>
          <p:nvPr>
            <p:ph type="ftr" sz="quarter" idx="11"/>
          </p:nvPr>
        </p:nvSpPr>
        <p:spPr/>
        <p:txBody>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40CC541E-3AF5-9564-CE04-E4B86459DBE0}"/>
              </a:ext>
            </a:extLst>
          </p:cNvPr>
          <p:cNvSpPr>
            <a:spLocks noGrp="1"/>
          </p:cNvSpPr>
          <p:nvPr>
            <p:ph type="dt" sz="half" idx="10"/>
          </p:nvPr>
        </p:nvSpPr>
        <p:spPr/>
        <p:txBody>
          <a:bodyPr/>
          <a:lstStyle>
            <a:lvl1pPr>
              <a:defRPr>
                <a:solidFill>
                  <a:schemeClr val="tx2"/>
                </a:solidFill>
              </a:defRPr>
            </a:lvl1pPr>
          </a:lstStyle>
          <a:p>
            <a:fld id="{CE994A23-0EFF-404D-A2C5-6B54939039AD}" type="datetime1">
              <a:rPr lang="en-US" smtClean="0"/>
              <a:t>2/9/2026</a:t>
            </a:fld>
            <a:endParaRPr lang="en-US"/>
          </a:p>
        </p:txBody>
      </p:sp>
      <p:sp>
        <p:nvSpPr>
          <p:cNvPr id="6" name="Slide Number Placeholder 5">
            <a:extLst>
              <a:ext uri="{FF2B5EF4-FFF2-40B4-BE49-F238E27FC236}">
                <a16:creationId xmlns:a16="http://schemas.microsoft.com/office/drawing/2014/main" id="{C3C772A7-7F28-0EB0-D243-BCC6917DADA2}"/>
              </a:ext>
            </a:extLst>
          </p:cNvPr>
          <p:cNvSpPr>
            <a:spLocks noGrp="1"/>
          </p:cNvSpPr>
          <p:nvPr>
            <p:ph type="sldNum" sz="quarter" idx="12"/>
          </p:nvPr>
        </p:nvSpPr>
        <p:spPr/>
        <p:txBody>
          <a:bodyPr/>
          <a:lstStyle>
            <a:lvl1pPr>
              <a:defRPr>
                <a:solidFill>
                  <a:schemeClr val="tx2"/>
                </a:solidFill>
              </a:defRPr>
            </a:lvl1p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7F716D65-B11C-E9B7-66BF-88E72C5DCEBA}"/>
              </a:ext>
            </a:extLst>
          </p:cNvPr>
          <p:cNvCxnSpPr>
            <a:cxnSpLocks/>
          </p:cNvCxnSpPr>
          <p:nvPr/>
        </p:nvCxnSpPr>
        <p:spPr>
          <a:xfrm>
            <a:off x="0" y="783822"/>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35058513"/>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Section Header 2">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64008" y="1435608"/>
            <a:ext cx="11594592" cy="5559552"/>
          </a:xfrm>
        </p:spPr>
        <p:txBody>
          <a:bodyPr anchor="b">
            <a:normAutofit/>
          </a:bodyPr>
          <a:lstStyle>
            <a:lvl1pPr>
              <a:lnSpc>
                <a:spcPct val="67000"/>
              </a:lnSpc>
              <a:defRPr sz="14800">
                <a:solidFill>
                  <a:schemeClr val="accent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CEC3F3D2-CADD-A94F-6739-CCCDA6C6FA8C}"/>
              </a:ext>
            </a:extLst>
          </p:cNvPr>
          <p:cNvSpPr>
            <a:spLocks noGrp="1"/>
          </p:cNvSpPr>
          <p:nvPr>
            <p:ph type="ftr" sz="quarter" idx="11"/>
          </p:nvPr>
        </p:nvSpPr>
        <p:spPr/>
        <p:txBody>
          <a:bodyPr/>
          <a:lstStyle>
            <a:lvl1pPr>
              <a:defRPr>
                <a:solidFill>
                  <a:schemeClr val="accent1"/>
                </a:solidFill>
              </a:defRPr>
            </a:lvl1pPr>
          </a:lstStyle>
          <a:p>
            <a:r>
              <a:rPr lang="en-US" dirty="0"/>
              <a:t>Footer Text</a:t>
            </a:r>
          </a:p>
        </p:txBody>
      </p:sp>
      <p:sp>
        <p:nvSpPr>
          <p:cNvPr id="4" name="Date Placeholder 3">
            <a:extLst>
              <a:ext uri="{FF2B5EF4-FFF2-40B4-BE49-F238E27FC236}">
                <a16:creationId xmlns:a16="http://schemas.microsoft.com/office/drawing/2014/main" id="{40CC541E-3AF5-9564-CE04-E4B86459DBE0}"/>
              </a:ext>
            </a:extLst>
          </p:cNvPr>
          <p:cNvSpPr>
            <a:spLocks noGrp="1"/>
          </p:cNvSpPr>
          <p:nvPr>
            <p:ph type="dt" sz="half" idx="10"/>
          </p:nvPr>
        </p:nvSpPr>
        <p:spPr/>
        <p:txBody>
          <a:bodyPr/>
          <a:lstStyle>
            <a:lvl1pPr>
              <a:defRPr>
                <a:solidFill>
                  <a:schemeClr val="accent1"/>
                </a:solidFill>
              </a:defRPr>
            </a:lvl1pPr>
          </a:lstStyle>
          <a:p>
            <a:fld id="{4B393500-FDAE-4B7A-8E90-4B7ED0649363}" type="datetime1">
              <a:rPr lang="en-US" smtClean="0"/>
              <a:t>2/9/2026</a:t>
            </a:fld>
            <a:endParaRPr lang="en-US"/>
          </a:p>
        </p:txBody>
      </p:sp>
      <p:sp>
        <p:nvSpPr>
          <p:cNvPr id="6" name="Slide Number Placeholder 5">
            <a:extLst>
              <a:ext uri="{FF2B5EF4-FFF2-40B4-BE49-F238E27FC236}">
                <a16:creationId xmlns:a16="http://schemas.microsoft.com/office/drawing/2014/main" id="{C3C772A7-7F28-0EB0-D243-BCC6917DADA2}"/>
              </a:ext>
            </a:extLst>
          </p:cNvPr>
          <p:cNvSpPr>
            <a:spLocks noGrp="1"/>
          </p:cNvSpPr>
          <p:nvPr>
            <p:ph type="sldNum" sz="quarter" idx="12"/>
          </p:nvPr>
        </p:nvSpPr>
        <p:spPr/>
        <p:txBody>
          <a:bodyPr/>
          <a:lstStyle>
            <a:lvl1pPr>
              <a:defRPr>
                <a:solidFill>
                  <a:schemeClr val="accent1"/>
                </a:solidFill>
              </a:defRPr>
            </a:lvl1p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7F716D65-B11C-E9B7-66BF-88E72C5DCEBA}"/>
              </a:ext>
            </a:extLst>
          </p:cNvPr>
          <p:cNvCxnSpPr>
            <a:cxnSpLocks/>
          </p:cNvCxnSpPr>
          <p:nvPr/>
        </p:nvCxnSpPr>
        <p:spPr>
          <a:xfrm>
            <a:off x="0" y="783822"/>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867000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reserve="1">
  <p:cSld name="Agenda">
    <p:bg>
      <p:bgPr>
        <a:solidFill>
          <a:schemeClr val="bg2">
            <a:lumMod val="90000"/>
            <a:alpha val="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7" y="886968"/>
            <a:ext cx="11405277" cy="1170432"/>
          </a:xfrm>
        </p:spPr>
        <p:txBody>
          <a:bodyPr>
            <a:normAutofit/>
          </a:bodyPr>
          <a:lstStyle>
            <a:lvl1pPr>
              <a:defRPr sz="8800">
                <a:solidFill>
                  <a:schemeClr val="accent1"/>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07599C6D-D164-AA94-72F8-241C187199F2}"/>
              </a:ext>
            </a:extLst>
          </p:cNvPr>
          <p:cNvSpPr>
            <a:spLocks noGrp="1"/>
          </p:cNvSpPr>
          <p:nvPr>
            <p:ph type="ftr" sz="quarter" idx="11"/>
          </p:nvPr>
        </p:nvSpPr>
        <p:spPr/>
        <p:txBody>
          <a:bodyPr/>
          <a:lstStyle/>
          <a:p>
            <a:r>
              <a:rPr lang="en-US" dirty="0"/>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764881" y="2832652"/>
            <a:ext cx="6893719" cy="3508951"/>
          </a:xfrm>
        </p:spPr>
        <p:txBody>
          <a:bodyPr anchor="t">
            <a:normAutofit/>
          </a:bodyPr>
          <a:lstStyle>
            <a:lvl1pPr marL="457200" indent="-457200">
              <a:buFont typeface="+mj-lt"/>
              <a:buAutoNum type="arabicPeriod"/>
              <a:defRPr sz="2000"/>
            </a:lvl1pPr>
            <a:lvl2pPr marL="800100" indent="-342900">
              <a:buFont typeface="+mj-lt"/>
              <a:buAutoNum type="arabicPeriod"/>
              <a:defRPr sz="1800"/>
            </a:lvl2pPr>
            <a:lvl3pPr marL="1257300" indent="-342900">
              <a:buFont typeface="+mj-lt"/>
              <a:buAutoNum type="arabicPeriod"/>
              <a:defRPr sz="1600"/>
            </a:lvl3pPr>
            <a:lvl4pPr marL="1714500" indent="-342900">
              <a:buFont typeface="+mj-lt"/>
              <a:buAutoNum type="arabicPeriod"/>
              <a:defRPr sz="1400"/>
            </a:lvl4pPr>
            <a:lvl5pPr marL="21717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10B50CAA-07B2-F8CA-1425-4249CE17A802}"/>
              </a:ext>
            </a:extLst>
          </p:cNvPr>
          <p:cNvSpPr>
            <a:spLocks noGrp="1"/>
          </p:cNvSpPr>
          <p:nvPr>
            <p:ph type="dt" sz="half" idx="10"/>
          </p:nvPr>
        </p:nvSpPr>
        <p:spPr/>
        <p:txBody>
          <a:bodyPr/>
          <a:lstStyle/>
          <a:p>
            <a:fld id="{D9D311C3-93DB-42DC-917F-4386F19A1E3B}" type="datetime1">
              <a:rPr lang="en-US" smtClean="0"/>
              <a:t>2/9/2026</a:t>
            </a:fld>
            <a:endParaRPr lang="en-US"/>
          </a:p>
        </p:txBody>
      </p:sp>
      <p:sp>
        <p:nvSpPr>
          <p:cNvPr id="11" name="Slide Number Placeholder 10">
            <a:extLst>
              <a:ext uri="{FF2B5EF4-FFF2-40B4-BE49-F238E27FC236}">
                <a16:creationId xmlns:a16="http://schemas.microsoft.com/office/drawing/2014/main" id="{5DEAD866-E26E-BF23-7B5D-9F689B2FA881}"/>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E8AC7CAE-FC19-2728-AA3B-1D2FE7879B25}"/>
              </a:ext>
            </a:extLst>
          </p:cNvPr>
          <p:cNvCxnSpPr>
            <a:cxnSpLocks/>
          </p:cNvCxnSpPr>
          <p:nvPr/>
        </p:nvCxnSpPr>
        <p:spPr>
          <a:xfrm>
            <a:off x="0" y="2118492"/>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F11B3592-91FB-05F4-B422-A40D7CD4DE2D}"/>
              </a:ext>
            </a:extLst>
          </p:cNvPr>
          <p:cNvCxnSpPr>
            <a:cxnSpLocks/>
          </p:cNvCxnSpPr>
          <p:nvPr/>
        </p:nvCxnSpPr>
        <p:spPr>
          <a:xfrm>
            <a:off x="0" y="800100"/>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47211878"/>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Agenda with Picture">
    <p:bg>
      <p:bgPr>
        <a:solidFill>
          <a:schemeClr val="bg2">
            <a:lumMod val="90000"/>
            <a:alpha val="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5266944" y="521208"/>
            <a:ext cx="6647688" cy="1865376"/>
          </a:xfrm>
        </p:spPr>
        <p:txBody>
          <a:bodyPr>
            <a:normAutofit/>
          </a:bodyPr>
          <a:lstStyle>
            <a:lvl1pPr>
              <a:defRPr sz="8000">
                <a:solidFill>
                  <a:schemeClr val="accent1"/>
                </a:solidFill>
              </a:defRPr>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AD3A4126-4E48-DD2C-1468-6A36AE6C1D14}"/>
              </a:ext>
            </a:extLst>
          </p:cNvPr>
          <p:cNvSpPr>
            <a:spLocks noGrp="1"/>
          </p:cNvSpPr>
          <p:nvPr>
            <p:ph type="pic" sz="quarter" idx="13" hasCustomPrompt="1"/>
          </p:nvPr>
        </p:nvSpPr>
        <p:spPr>
          <a:xfrm>
            <a:off x="0" y="0"/>
            <a:ext cx="4917320" cy="6858000"/>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266943" y="2651760"/>
            <a:ext cx="6327648" cy="3547872"/>
          </a:xfrm>
        </p:spPr>
        <p:txBody>
          <a:bodyPr>
            <a:normAutofit/>
          </a:bodyPr>
          <a:lstStyle>
            <a:lvl1pPr marL="457200" indent="-457200">
              <a:buFont typeface="+mj-lt"/>
              <a:buAutoNum type="arabicPeriod"/>
              <a:defRPr sz="2000"/>
            </a:lvl1pPr>
            <a:lvl2pPr marL="800100" indent="-342900">
              <a:buFont typeface="+mj-lt"/>
              <a:buAutoNum type="arabicPeriod"/>
              <a:defRPr sz="1800"/>
            </a:lvl2pPr>
            <a:lvl3pPr marL="1257300" indent="-342900">
              <a:buFont typeface="+mj-lt"/>
              <a:buAutoNum type="arabicPeriod"/>
              <a:defRPr sz="1600"/>
            </a:lvl3pPr>
            <a:lvl4pPr marL="1714500" indent="-342900">
              <a:buFont typeface="+mj-lt"/>
              <a:buAutoNum type="arabicPeriod"/>
              <a:defRPr sz="1400"/>
            </a:lvl4pPr>
            <a:lvl5pPr marL="21717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5271899" y="210312"/>
            <a:ext cx="2962656"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9573511" y="210312"/>
            <a:ext cx="1679642" cy="411480"/>
          </a:xfrm>
        </p:spPr>
        <p:txBody>
          <a:bodyPr/>
          <a:lstStyle/>
          <a:p>
            <a:fld id="{948C47DC-C479-4517-B1B0-94DB01BA76E7}" type="datetime1">
              <a:rPr lang="en-US" smtClean="0"/>
              <a:t>2/9/2026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E7633BE4-C9B9-310C-1EAE-191B5D344B59}"/>
              </a:ext>
            </a:extLst>
          </p:cNvPr>
          <p:cNvCxnSpPr>
            <a:cxnSpLocks/>
          </p:cNvCxnSpPr>
          <p:nvPr/>
        </p:nvCxnSpPr>
        <p:spPr>
          <a:xfrm>
            <a:off x="4923916" y="2452449"/>
            <a:ext cx="7268084"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EA010762-96A4-4E1C-CD5D-EE1C1D1FC6E2}"/>
              </a:ext>
            </a:extLst>
          </p:cNvPr>
          <p:cNvCxnSpPr>
            <a:cxnSpLocks/>
          </p:cNvCxnSpPr>
          <p:nvPr/>
        </p:nvCxnSpPr>
        <p:spPr>
          <a:xfrm flipV="1">
            <a:off x="4923916" y="0"/>
            <a:ext cx="0" cy="685800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82012978"/>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394368" y="1589105"/>
            <a:ext cx="5403264" cy="1622994"/>
          </a:xfrm>
        </p:spPr>
        <p:txBody>
          <a:bodyPr vert="horz" lIns="91440" tIns="45720" rIns="91440" bIns="45720" rtlCol="0" anchor="b">
            <a:normAutofit/>
          </a:bodyPr>
          <a:lstStyle>
            <a:lvl1pPr algn="ctr">
              <a:defRPr lang="en-US" sz="44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D956E9D4-3B6F-5DDD-5E3B-A829B10ED9F1}"/>
              </a:ext>
            </a:extLst>
          </p:cNvPr>
          <p:cNvSpPr>
            <a:spLocks noGrp="1"/>
          </p:cNvSpPr>
          <p:nvPr>
            <p:ph type="ftr" sz="quarter" idx="11"/>
          </p:nvPr>
        </p:nvSpPr>
        <p:spPr/>
        <p:txBody>
          <a:bodyPr/>
          <a:lstStyle/>
          <a:p>
            <a:r>
              <a:rPr lang="en-US" dirty="0"/>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394368" y="3395398"/>
            <a:ext cx="5403264" cy="1837985"/>
          </a:xfrm>
        </p:spPr>
        <p:txBody>
          <a:bodyPr anchor="t"/>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9F60BAB4-BB08-FD4A-678D-2FFE35A0DFDA}"/>
              </a:ext>
            </a:extLst>
          </p:cNvPr>
          <p:cNvSpPr>
            <a:spLocks noGrp="1"/>
          </p:cNvSpPr>
          <p:nvPr>
            <p:ph type="dt" sz="half" idx="10"/>
          </p:nvPr>
        </p:nvSpPr>
        <p:spPr/>
        <p:txBody>
          <a:bodyPr/>
          <a:lstStyle/>
          <a:p>
            <a:fld id="{B24F1FC4-E055-4072-90AD-B359FC529E8A}" type="datetime1">
              <a:rPr lang="en-US" smtClean="0"/>
              <a:t>2/9/2026</a:t>
            </a:fld>
            <a:endParaRPr lang="en-US"/>
          </a:p>
        </p:txBody>
      </p:sp>
      <p:sp>
        <p:nvSpPr>
          <p:cNvPr id="10" name="Slide Number Placeholder 9">
            <a:extLst>
              <a:ext uri="{FF2B5EF4-FFF2-40B4-BE49-F238E27FC236}">
                <a16:creationId xmlns:a16="http://schemas.microsoft.com/office/drawing/2014/main" id="{DBF6EF0E-4178-1F33-0BF9-2A2B4C33C257}"/>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B21C4E92-1D0B-ABAB-54CA-016BB17A93FD}"/>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D801A3D6-493E-2CE6-4153-5A2D3C978311}"/>
              </a:ext>
            </a:extLst>
          </p:cNvPr>
          <p:cNvCxnSpPr>
            <a:cxnSpLocks/>
          </p:cNvCxnSpPr>
          <p:nvPr/>
        </p:nvCxnSpPr>
        <p:spPr>
          <a:xfrm>
            <a:off x="2673336" y="781627"/>
            <a:ext cx="0" cy="5276273"/>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1D7E29DE-22CD-1512-C9E7-51C4D8B5F337}"/>
              </a:ext>
            </a:extLst>
          </p:cNvPr>
          <p:cNvCxnSpPr>
            <a:cxnSpLocks/>
          </p:cNvCxnSpPr>
          <p:nvPr/>
        </p:nvCxnSpPr>
        <p:spPr>
          <a:xfrm>
            <a:off x="9526413" y="781627"/>
            <a:ext cx="0" cy="5276273"/>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97271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17772" y="1100834"/>
            <a:ext cx="8533261" cy="2314842"/>
          </a:xfrm>
        </p:spPr>
        <p:txBody>
          <a:bodyPr vert="horz" lIns="91440" tIns="45720" rIns="91440" bIns="45720" rtlCol="0" anchor="t">
            <a:normAutofit/>
          </a:bodyPr>
          <a:lstStyle>
            <a:lvl1pPr>
              <a:defRPr lang="en-US" sz="8000" dirty="0"/>
            </a:lvl1pPr>
          </a:lstStyle>
          <a:p>
            <a:pPr lvl="0"/>
            <a:r>
              <a:rPr lang="en-US"/>
              <a:t>Click to edit Master title style</a:t>
            </a:r>
            <a:endParaRPr lang="en-US" dirty="0"/>
          </a:p>
        </p:txBody>
      </p:sp>
      <p:sp>
        <p:nvSpPr>
          <p:cNvPr id="12" name="Footer Placeholder 11">
            <a:extLst>
              <a:ext uri="{FF2B5EF4-FFF2-40B4-BE49-F238E27FC236}">
                <a16:creationId xmlns:a16="http://schemas.microsoft.com/office/drawing/2014/main" id="{F6B2ADB6-8B11-5463-D307-3F4916CA6A70}"/>
              </a:ext>
            </a:extLst>
          </p:cNvPr>
          <p:cNvSpPr>
            <a:spLocks noGrp="1"/>
          </p:cNvSpPr>
          <p:nvPr>
            <p:ph type="ftr" sz="quarter" idx="11"/>
          </p:nvPr>
        </p:nvSpPr>
        <p:spPr/>
        <p:txBody>
          <a:bodyPr/>
          <a:lstStyle/>
          <a:p>
            <a:r>
              <a:rPr lang="en-US" dirty="0"/>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566893" y="3442324"/>
            <a:ext cx="3894179" cy="2274889"/>
          </a:xfrm>
        </p:spPr>
        <p:txBody>
          <a:bodyPr vert="horz" lIns="91440" tIns="45720" rIns="91440" bIns="45720" rtlCol="0" anchor="b">
            <a:normAutofit/>
          </a:bodyPr>
          <a:lstStyle>
            <a:lvl1pPr marL="0" indent="0">
              <a:buNone/>
              <a:defRPr lang="en-US" dirty="0"/>
            </a:lvl1pPr>
            <a:lvl2pPr marL="457200" indent="0">
              <a:buNone/>
              <a:defRPr lang="en-US" dirty="0"/>
            </a:lvl2pPr>
            <a:lvl3pPr marL="914400" indent="0">
              <a:buNone/>
              <a:defRPr lang="en-US" dirty="0"/>
            </a:lvl3pPr>
            <a:lvl4pPr marL="1371600" indent="0">
              <a:buNone/>
              <a:defRPr lang="en-US" dirty="0"/>
            </a:lvl4pPr>
            <a:lvl5pPr marL="18288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Date Placeholder 10">
            <a:extLst>
              <a:ext uri="{FF2B5EF4-FFF2-40B4-BE49-F238E27FC236}">
                <a16:creationId xmlns:a16="http://schemas.microsoft.com/office/drawing/2014/main" id="{1A9A27FE-5C62-0E4C-1D35-2B5BE652199D}"/>
              </a:ext>
            </a:extLst>
          </p:cNvPr>
          <p:cNvSpPr>
            <a:spLocks noGrp="1"/>
          </p:cNvSpPr>
          <p:nvPr>
            <p:ph type="dt" sz="half" idx="10"/>
          </p:nvPr>
        </p:nvSpPr>
        <p:spPr/>
        <p:txBody>
          <a:bodyPr/>
          <a:lstStyle/>
          <a:p>
            <a:fld id="{69AE50BB-FE55-4F45-B460-B5BF3CD2BA72}" type="datetime1">
              <a:rPr lang="en-US" smtClean="0"/>
              <a:t>2/9/2026</a:t>
            </a:fld>
            <a:endParaRPr lang="en-US"/>
          </a:p>
        </p:txBody>
      </p:sp>
      <p:sp>
        <p:nvSpPr>
          <p:cNvPr id="13" name="Slide Number Placeholder 12">
            <a:extLst>
              <a:ext uri="{FF2B5EF4-FFF2-40B4-BE49-F238E27FC236}">
                <a16:creationId xmlns:a16="http://schemas.microsoft.com/office/drawing/2014/main" id="{047450B0-6060-60C9-5AC2-20186A242445}"/>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B21C4E92-1D0B-ABAB-54CA-016BB17A93FD}"/>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559937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obj"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3191" y="2077374"/>
            <a:ext cx="4479107" cy="2691413"/>
          </a:xfrm>
        </p:spPr>
        <p:txBody>
          <a:bodyPr vert="horz" lIns="91440" tIns="45720" rIns="91440" bIns="45720" rtlCol="0" anchor="ctr">
            <a:normAutofit/>
          </a:bodyPr>
          <a:lstStyle>
            <a:lvl1pPr>
              <a:defRPr lang="en-US" sz="6600" dirty="0"/>
            </a:lvl1pPr>
          </a:lstStyle>
          <a:p>
            <a:pPr lvl="0"/>
            <a:r>
              <a:rPr lang="en-US"/>
              <a:t>Click to edit Master title style</a:t>
            </a:r>
            <a:endParaRPr lang="en-US" dirty="0"/>
          </a:p>
        </p:txBody>
      </p:sp>
      <p:sp>
        <p:nvSpPr>
          <p:cNvPr id="10" name="Footer Placeholder 9">
            <a:extLst>
              <a:ext uri="{FF2B5EF4-FFF2-40B4-BE49-F238E27FC236}">
                <a16:creationId xmlns:a16="http://schemas.microsoft.com/office/drawing/2014/main" id="{F7DEB5EF-910B-9B2B-CB95-1AD374FECAFB}"/>
              </a:ext>
            </a:extLst>
          </p:cNvPr>
          <p:cNvSpPr>
            <a:spLocks noGrp="1"/>
          </p:cNvSpPr>
          <p:nvPr>
            <p:ph type="ftr" sz="quarter" idx="11"/>
          </p:nvPr>
        </p:nvSpPr>
        <p:spPr/>
        <p:txBody>
          <a:bodyPr/>
          <a:lstStyle/>
          <a:p>
            <a:r>
              <a:rPr lang="en-US" dirty="0"/>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751577" y="2210542"/>
            <a:ext cx="5869293" cy="2432477"/>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5FD4BD0F-0EF0-D5B9-5485-1ECB765DC5D9}"/>
              </a:ext>
            </a:extLst>
          </p:cNvPr>
          <p:cNvSpPr>
            <a:spLocks noGrp="1"/>
          </p:cNvSpPr>
          <p:nvPr>
            <p:ph type="dt" sz="half" idx="10"/>
          </p:nvPr>
        </p:nvSpPr>
        <p:spPr>
          <a:xfrm>
            <a:off x="5751577" y="207982"/>
            <a:ext cx="1921315" cy="413360"/>
          </a:xfrm>
        </p:spPr>
        <p:txBody>
          <a:bodyPr/>
          <a:lstStyle/>
          <a:p>
            <a:fld id="{F92C9D0B-C1A3-434D-9CF9-A666A14DD8A1}" type="datetime1">
              <a:rPr lang="en-US" smtClean="0"/>
              <a:t>2/9/2026</a:t>
            </a:fld>
            <a:endParaRPr lang="en-US"/>
          </a:p>
        </p:txBody>
      </p:sp>
      <p:sp>
        <p:nvSpPr>
          <p:cNvPr id="12" name="Slide Number Placeholder 11">
            <a:extLst>
              <a:ext uri="{FF2B5EF4-FFF2-40B4-BE49-F238E27FC236}">
                <a16:creationId xmlns:a16="http://schemas.microsoft.com/office/drawing/2014/main" id="{8566B317-2D55-4797-E621-551FCA482D78}"/>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5311938" y="1550633"/>
            <a:ext cx="0" cy="3756734"/>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6790D5D6-313A-8ACD-591F-F8BEC510B947}"/>
              </a:ext>
            </a:extLst>
          </p:cNvPr>
          <p:cNvCxnSpPr>
            <a:cxnSpLocks/>
          </p:cNvCxnSpPr>
          <p:nvPr/>
        </p:nvCxnSpPr>
        <p:spPr>
          <a:xfrm>
            <a:off x="0" y="5308844"/>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9F6F1415-3933-6D89-472D-2FA4BBB279E7}"/>
              </a:ext>
            </a:extLst>
          </p:cNvPr>
          <p:cNvCxnSpPr>
            <a:cxnSpLocks/>
          </p:cNvCxnSpPr>
          <p:nvPr/>
        </p:nvCxnSpPr>
        <p:spPr>
          <a:xfrm>
            <a:off x="0" y="155063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989988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3191" y="1264785"/>
            <a:ext cx="4479107" cy="4315917"/>
          </a:xfrm>
        </p:spPr>
        <p:txBody>
          <a:bodyPr vert="horz" lIns="91440" tIns="45720" rIns="91440" bIns="45720" rtlCol="0" anchor="ctr">
            <a:normAutofit/>
          </a:bodyPr>
          <a:lstStyle>
            <a:lvl1pPr>
              <a:defRPr lang="en-US" sz="6600" dirty="0"/>
            </a:lvl1pPr>
          </a:lstStyle>
          <a:p>
            <a:pPr lvl="0"/>
            <a:r>
              <a:rPr lang="en-US"/>
              <a:t>Click to edit Master title style</a:t>
            </a:r>
            <a:endParaRPr lang="en-US" dirty="0"/>
          </a:p>
        </p:txBody>
      </p:sp>
      <p:sp>
        <p:nvSpPr>
          <p:cNvPr id="10" name="Footer Placeholder 9">
            <a:extLst>
              <a:ext uri="{FF2B5EF4-FFF2-40B4-BE49-F238E27FC236}">
                <a16:creationId xmlns:a16="http://schemas.microsoft.com/office/drawing/2014/main" id="{922A59EF-3E61-0654-D289-2E1D6B738BA9}"/>
              </a:ext>
            </a:extLst>
          </p:cNvPr>
          <p:cNvSpPr>
            <a:spLocks noGrp="1"/>
          </p:cNvSpPr>
          <p:nvPr>
            <p:ph type="ftr" sz="quarter" idx="11"/>
          </p:nvPr>
        </p:nvSpPr>
        <p:spPr/>
        <p:txBody>
          <a:bodyPr/>
          <a:lstStyle/>
          <a:p>
            <a:r>
              <a:rPr lang="en-US" dirty="0"/>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751577" y="1264782"/>
            <a:ext cx="5869293" cy="4315922"/>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1E4E1FBF-A73A-1962-4961-FD2DDB212A04}"/>
              </a:ext>
            </a:extLst>
          </p:cNvPr>
          <p:cNvSpPr>
            <a:spLocks noGrp="1"/>
          </p:cNvSpPr>
          <p:nvPr>
            <p:ph type="dt" sz="half" idx="10"/>
          </p:nvPr>
        </p:nvSpPr>
        <p:spPr>
          <a:xfrm>
            <a:off x="5751577" y="207982"/>
            <a:ext cx="1921315" cy="413360"/>
          </a:xfrm>
        </p:spPr>
        <p:txBody>
          <a:bodyPr/>
          <a:lstStyle/>
          <a:p>
            <a:fld id="{A160C79D-A598-4F1A-884F-A703D5B0FD7B}" type="datetime1">
              <a:rPr lang="en-US" smtClean="0"/>
              <a:t>2/9/2026</a:t>
            </a:fld>
            <a:endParaRPr lang="en-US"/>
          </a:p>
        </p:txBody>
      </p:sp>
      <p:sp>
        <p:nvSpPr>
          <p:cNvPr id="11" name="Slide Number Placeholder 10">
            <a:extLst>
              <a:ext uri="{FF2B5EF4-FFF2-40B4-BE49-F238E27FC236}">
                <a16:creationId xmlns:a16="http://schemas.microsoft.com/office/drawing/2014/main" id="{EB5754BB-F3CF-1B1E-E0B8-85D0578CB61D}"/>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5311938" y="787587"/>
            <a:ext cx="0" cy="5270313"/>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6790D5D6-313A-8ACD-591F-F8BEC510B947}"/>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2636676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3192" y="1249959"/>
            <a:ext cx="4085912" cy="5125673"/>
          </a:xfrm>
        </p:spPr>
        <p:txBody>
          <a:bodyPr vert="horz" lIns="91440" tIns="45720" rIns="91440" bIns="45720" rtlCol="0" anchor="t">
            <a:normAutofit/>
          </a:bodyPr>
          <a:lstStyle>
            <a:lvl1pPr>
              <a:defRPr lang="en-US" sz="66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2A5B8121-E925-2131-A76A-FBDAB0BC9C80}"/>
              </a:ext>
            </a:extLst>
          </p:cNvPr>
          <p:cNvSpPr>
            <a:spLocks noGrp="1"/>
          </p:cNvSpPr>
          <p:nvPr>
            <p:ph type="ftr" sz="quarter" idx="11"/>
          </p:nvPr>
        </p:nvSpPr>
        <p:spPr/>
        <p:txBody>
          <a:bodyPr/>
          <a:lstStyle/>
          <a:p>
            <a:r>
              <a:rPr lang="en-US" dirty="0"/>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58384" y="1249959"/>
            <a:ext cx="6440424" cy="52387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DBA5BEFD-7245-BB4D-0F86-F1C3A32E0676}"/>
              </a:ext>
            </a:extLst>
          </p:cNvPr>
          <p:cNvSpPr>
            <a:spLocks noGrp="1"/>
          </p:cNvSpPr>
          <p:nvPr>
            <p:ph type="dt" sz="half" idx="10"/>
          </p:nvPr>
        </p:nvSpPr>
        <p:spPr>
          <a:xfrm>
            <a:off x="5363852" y="207982"/>
            <a:ext cx="1921315" cy="413360"/>
          </a:xfrm>
        </p:spPr>
        <p:txBody>
          <a:bodyPr/>
          <a:lstStyle/>
          <a:p>
            <a:fld id="{742A22FE-7CAA-4561-B3B2-F8D8C37BE3D2}" type="datetime1">
              <a:rPr lang="en-US" smtClean="0"/>
              <a:t>2/9/2026</a:t>
            </a:fld>
            <a:endParaRPr lang="en-US"/>
          </a:p>
        </p:txBody>
      </p:sp>
      <p:sp>
        <p:nvSpPr>
          <p:cNvPr id="10" name="Slide Number Placeholder 9">
            <a:extLst>
              <a:ext uri="{FF2B5EF4-FFF2-40B4-BE49-F238E27FC236}">
                <a16:creationId xmlns:a16="http://schemas.microsoft.com/office/drawing/2014/main" id="{85879897-4AF6-4B38-AB30-8DD979DC52CE}"/>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4918746" y="805343"/>
            <a:ext cx="0" cy="605265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638543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1034473"/>
            <a:ext cx="11420337" cy="1582221"/>
          </a:xfrm>
        </p:spPr>
        <p:txBody>
          <a:bodyPr/>
          <a:lstStyle>
            <a:lvl1pPr>
              <a:defRPr sz="660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9" y="2974109"/>
            <a:ext cx="11420336" cy="34015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E617F9A-AF72-E9F9-FE67-264CFD0B855C}"/>
              </a:ext>
            </a:extLst>
          </p:cNvPr>
          <p:cNvSpPr>
            <a:spLocks noGrp="1"/>
          </p:cNvSpPr>
          <p:nvPr>
            <p:ph type="ftr" sz="quarter" idx="11"/>
          </p:nvPr>
        </p:nvSpPr>
        <p:spPr/>
        <p:txBody>
          <a:bodyPr/>
          <a:lstStyle/>
          <a:p>
            <a:r>
              <a:rPr lang="en-US" dirty="0"/>
              <a:t>Footer Text</a:t>
            </a:r>
          </a:p>
        </p:txBody>
      </p:sp>
      <p:sp>
        <p:nvSpPr>
          <p:cNvPr id="8" name="Date Placeholder 7">
            <a:extLst>
              <a:ext uri="{FF2B5EF4-FFF2-40B4-BE49-F238E27FC236}">
                <a16:creationId xmlns:a16="http://schemas.microsoft.com/office/drawing/2014/main" id="{70522668-B624-9A0D-743B-874B6468AC18}"/>
              </a:ext>
            </a:extLst>
          </p:cNvPr>
          <p:cNvSpPr>
            <a:spLocks noGrp="1"/>
          </p:cNvSpPr>
          <p:nvPr>
            <p:ph type="dt" sz="half" idx="10"/>
          </p:nvPr>
        </p:nvSpPr>
        <p:spPr/>
        <p:txBody>
          <a:bodyPr/>
          <a:lstStyle/>
          <a:p>
            <a:fld id="{7DD67DB9-842B-4031-A4D5-ECF9E159B606}" type="datetime1">
              <a:rPr lang="en-US" smtClean="0"/>
              <a:t>2/9/2026</a:t>
            </a:fld>
            <a:endParaRPr lang="en-US"/>
          </a:p>
        </p:txBody>
      </p:sp>
      <p:sp>
        <p:nvSpPr>
          <p:cNvPr id="10" name="Slide Number Placeholder 9">
            <a:extLst>
              <a:ext uri="{FF2B5EF4-FFF2-40B4-BE49-F238E27FC236}">
                <a16:creationId xmlns:a16="http://schemas.microsoft.com/office/drawing/2014/main" id="{F09EC300-3CBF-3BA7-991F-4143EBA209C4}"/>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093DFD8D-B66E-C844-B523-E3C51265F5EA}"/>
              </a:ext>
            </a:extLst>
          </p:cNvPr>
          <p:cNvCxnSpPr>
            <a:cxnSpLocks/>
          </p:cNvCxnSpPr>
          <p:nvPr/>
        </p:nvCxnSpPr>
        <p:spPr>
          <a:xfrm>
            <a:off x="0" y="2703185"/>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856480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Content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5088" y="1249959"/>
            <a:ext cx="3578905" cy="5125673"/>
          </a:xfrm>
        </p:spPr>
        <p:txBody>
          <a:bodyPr vert="horz" lIns="91440" tIns="45720" rIns="91440" bIns="45720" rtlCol="0" anchor="t">
            <a:normAutofit/>
          </a:bodyPr>
          <a:lstStyle>
            <a:lvl1pPr>
              <a:defRPr lang="en-US" sz="60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34E7AB67-A25E-F99D-7053-223A31AB4A91}"/>
              </a:ext>
            </a:extLst>
          </p:cNvPr>
          <p:cNvSpPr>
            <a:spLocks noGrp="1"/>
          </p:cNvSpPr>
          <p:nvPr>
            <p:ph type="ftr" sz="quarter" idx="11"/>
          </p:nvPr>
        </p:nvSpPr>
        <p:spPr/>
        <p:txBody>
          <a:bodyPr/>
          <a:lstStyle/>
          <a:p>
            <a:r>
              <a:rPr lang="en-US" dirty="0"/>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775958" y="1249958"/>
            <a:ext cx="7022846" cy="53629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44B773E1-C0C5-10BC-5283-0943095DF2D9}"/>
              </a:ext>
            </a:extLst>
          </p:cNvPr>
          <p:cNvSpPr>
            <a:spLocks noGrp="1"/>
          </p:cNvSpPr>
          <p:nvPr>
            <p:ph type="dt" sz="half" idx="10"/>
          </p:nvPr>
        </p:nvSpPr>
        <p:spPr>
          <a:xfrm>
            <a:off x="4775958" y="207982"/>
            <a:ext cx="1921315" cy="413360"/>
          </a:xfrm>
        </p:spPr>
        <p:txBody>
          <a:bodyPr/>
          <a:lstStyle/>
          <a:p>
            <a:fld id="{CBE35CD3-9190-4B1C-AA9F-C899B0873567}" type="datetime1">
              <a:rPr lang="en-US" smtClean="0"/>
              <a:t>2/9/2026</a:t>
            </a:fld>
            <a:endParaRPr lang="en-US"/>
          </a:p>
        </p:txBody>
      </p:sp>
      <p:sp>
        <p:nvSpPr>
          <p:cNvPr id="10" name="Slide Number Placeholder 9">
            <a:extLst>
              <a:ext uri="{FF2B5EF4-FFF2-40B4-BE49-F238E27FC236}">
                <a16:creationId xmlns:a16="http://schemas.microsoft.com/office/drawing/2014/main" id="{8E615B6D-D0FF-BC11-9C32-FDA7B7D08BA8}"/>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4336321" y="805343"/>
            <a:ext cx="0" cy="605265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6202532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obj" preserve="1">
  <p:cSld name="Content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683140"/>
            <a:ext cx="11452341" cy="66569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2" name="Footer Placeholder 11">
            <a:extLst>
              <a:ext uri="{FF2B5EF4-FFF2-40B4-BE49-F238E27FC236}">
                <a16:creationId xmlns:a16="http://schemas.microsoft.com/office/drawing/2014/main" id="{E3CC60A8-3DE8-B0E7-1EC5-2B337CF2BA7D}"/>
              </a:ext>
            </a:extLst>
          </p:cNvPr>
          <p:cNvSpPr>
            <a:spLocks noGrp="1"/>
          </p:cNvSpPr>
          <p:nvPr>
            <p:ph type="ftr" sz="quarter" idx="11"/>
          </p:nvPr>
        </p:nvSpPr>
        <p:spPr/>
        <p:txBody>
          <a:bodyPr/>
          <a:lstStyle/>
          <a:p>
            <a:r>
              <a:rPr lang="en-US" dirty="0"/>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8" y="1743311"/>
            <a:ext cx="11452342" cy="4916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E47EB01C-FB71-1416-6F69-B25D90D39C0F}"/>
              </a:ext>
            </a:extLst>
          </p:cNvPr>
          <p:cNvSpPr>
            <a:spLocks noGrp="1"/>
          </p:cNvSpPr>
          <p:nvPr>
            <p:ph type="dt" sz="half" idx="10"/>
          </p:nvPr>
        </p:nvSpPr>
        <p:spPr/>
        <p:txBody>
          <a:bodyPr/>
          <a:lstStyle/>
          <a:p>
            <a:fld id="{52A7ABF8-FBB9-4C71-BBD7-96C5E24AE291}" type="datetime1">
              <a:rPr lang="en-US" smtClean="0"/>
              <a:t>2/9/2026</a:t>
            </a:fld>
            <a:endParaRPr lang="en-US"/>
          </a:p>
        </p:txBody>
      </p:sp>
      <p:sp>
        <p:nvSpPr>
          <p:cNvPr id="13" name="Slide Number Placeholder 12">
            <a:extLst>
              <a:ext uri="{FF2B5EF4-FFF2-40B4-BE49-F238E27FC236}">
                <a16:creationId xmlns:a16="http://schemas.microsoft.com/office/drawing/2014/main" id="{8E842DA4-700F-A2D4-6AB8-0BAEDF3210BE}"/>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C5BF1F3F-87E2-1270-FB4D-FD251AD7E63C}"/>
              </a:ext>
            </a:extLst>
          </p:cNvPr>
          <p:cNvCxnSpPr>
            <a:cxnSpLocks/>
          </p:cNvCxnSpPr>
          <p:nvPr/>
        </p:nvCxnSpPr>
        <p:spPr>
          <a:xfrm>
            <a:off x="0" y="144282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9837153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5330876" y="749808"/>
            <a:ext cx="6442024" cy="2039112"/>
          </a:xfrm>
        </p:spPr>
        <p:txBody>
          <a:bodyPr vert="horz" lIns="91440" tIns="45720" rIns="91440" bIns="45720" rtlCol="0" anchor="t">
            <a:normAutofit/>
          </a:bodyPr>
          <a:lstStyle>
            <a:lvl1pPr>
              <a:defRPr lang="en-US" sz="7200"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4910328" cy="6858000"/>
          </a:xfrm>
          <a:blipFill>
            <a:blip r:embed="rId2">
              <a:alphaModFix amt="8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5330875" y="213482"/>
            <a:ext cx="2962656"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9609227" y="210312"/>
            <a:ext cx="1679642" cy="411480"/>
          </a:xfrm>
        </p:spPr>
        <p:txBody>
          <a:bodyPr/>
          <a:lstStyle/>
          <a:p>
            <a:fld id="{491FA625-EDE8-4CCD-93F2-36B8EAED6AA1}" type="datetime1">
              <a:rPr lang="en-US" smtClean="0"/>
              <a:t>2/9/2026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30875" y="2944368"/>
            <a:ext cx="6442025" cy="35716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910328"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1238955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49808"/>
            <a:ext cx="6499654" cy="2039112"/>
          </a:xfrm>
        </p:spPr>
        <p:txBody>
          <a:bodyPr vert="horz" lIns="91440" tIns="45720" rIns="91440" bIns="45720" rtlCol="0" anchor="t">
            <a:normAutofit/>
          </a:bodyPr>
          <a:lstStyle>
            <a:lvl1pPr>
              <a:defRPr lang="en-US" sz="7200"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1"/>
            <a:ext cx="2962656"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4364879" y="210311"/>
            <a:ext cx="1679642" cy="411480"/>
          </a:xfrm>
        </p:spPr>
        <p:txBody>
          <a:bodyPr/>
          <a:lstStyle/>
          <a:p>
            <a:fld id="{18520A44-1A63-4FB7-80E4-61FF907A138E}" type="datetime1">
              <a:rPr lang="en-US" smtClean="0"/>
              <a:t>2/9/2026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6147480" y="210312"/>
            <a:ext cx="546447" cy="413360"/>
          </a:xfrm>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8" y="2944368"/>
            <a:ext cx="6499657" cy="35822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7277621" y="0"/>
            <a:ext cx="4914379" cy="6858000"/>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7272857"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516679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750308" y="612648"/>
            <a:ext cx="7022592" cy="1033272"/>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4342584" cy="6858000"/>
          </a:xfrm>
          <a:blipFill>
            <a:blip r:embed="rId2">
              <a:alphaModFix amt="80000"/>
            </a:blip>
            <a:stretch>
              <a:fillRect/>
            </a:stretch>
          </a:blipFill>
        </p:spPr>
        <p:txBody>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CD81791C-036D-058C-0055-96793694D657}"/>
              </a:ext>
            </a:extLst>
          </p:cNvPr>
          <p:cNvSpPr>
            <a:spLocks noGrp="1"/>
          </p:cNvSpPr>
          <p:nvPr>
            <p:ph type="ftr" sz="quarter" idx="15"/>
          </p:nvPr>
        </p:nvSpPr>
        <p:spPr>
          <a:xfrm>
            <a:off x="4750307" y="210312"/>
            <a:ext cx="3531437" cy="413360"/>
          </a:xfrm>
        </p:spPr>
        <p:txBody>
          <a:bodyPr/>
          <a:lstStyle/>
          <a:p>
            <a:r>
              <a:rPr lang="en-US" dirty="0"/>
              <a:t>Footer Text</a:t>
            </a:r>
          </a:p>
        </p:txBody>
      </p:sp>
      <p:sp>
        <p:nvSpPr>
          <p:cNvPr id="7" name="Date Placeholder 6">
            <a:extLst>
              <a:ext uri="{FF2B5EF4-FFF2-40B4-BE49-F238E27FC236}">
                <a16:creationId xmlns:a16="http://schemas.microsoft.com/office/drawing/2014/main" id="{E2A8DE5B-9C41-DE5B-BF91-98510120DCFE}"/>
              </a:ext>
            </a:extLst>
          </p:cNvPr>
          <p:cNvSpPr>
            <a:spLocks noGrp="1"/>
          </p:cNvSpPr>
          <p:nvPr>
            <p:ph type="dt" sz="half" idx="14"/>
          </p:nvPr>
        </p:nvSpPr>
        <p:spPr>
          <a:xfrm>
            <a:off x="9582299" y="210312"/>
            <a:ext cx="1679642" cy="413360"/>
          </a:xfrm>
        </p:spPr>
        <p:txBody>
          <a:bodyPr/>
          <a:lstStyle/>
          <a:p>
            <a:fld id="{5824A7B9-17B9-4425-9158-739F678A55EB}" type="datetime1">
              <a:rPr lang="en-US" smtClean="0"/>
              <a:t>2/9/2026</a:t>
            </a:fld>
            <a:endParaRPr lang="en-US" dirty="0"/>
          </a:p>
        </p:txBody>
      </p:sp>
      <p:sp>
        <p:nvSpPr>
          <p:cNvPr id="11" name="Slide Number Placeholder 10">
            <a:extLst>
              <a:ext uri="{FF2B5EF4-FFF2-40B4-BE49-F238E27FC236}">
                <a16:creationId xmlns:a16="http://schemas.microsoft.com/office/drawing/2014/main" id="{0E0FD979-F905-C567-8E21-A3EDCE179803}"/>
              </a:ext>
            </a:extLst>
          </p:cNvPr>
          <p:cNvSpPr>
            <a:spLocks noGrp="1"/>
          </p:cNvSpPr>
          <p:nvPr>
            <p:ph type="sldNum" sz="quarter" idx="16"/>
          </p:nvPr>
        </p:nvSpPr>
        <p:spPr/>
        <p:txBody>
          <a:bodyPr/>
          <a:lstStyle/>
          <a:p>
            <a:fld id="{753D0FD4-819D-4187-8797-C35567B41C78}" type="slidenum">
              <a:rPr lang="en-US" smtClean="0"/>
              <a:t>‹#›</a:t>
            </a:fld>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750307" y="1746503"/>
            <a:ext cx="7022592" cy="48066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345760"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2358104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612648"/>
            <a:ext cx="7015483" cy="1033272"/>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Footer Placeholder 10">
            <a:extLst>
              <a:ext uri="{FF2B5EF4-FFF2-40B4-BE49-F238E27FC236}">
                <a16:creationId xmlns:a16="http://schemas.microsoft.com/office/drawing/2014/main" id="{BB59EF2B-7C7F-BA27-16C2-C56B21D3774C}"/>
              </a:ext>
            </a:extLst>
          </p:cNvPr>
          <p:cNvSpPr>
            <a:spLocks noGrp="1"/>
          </p:cNvSpPr>
          <p:nvPr>
            <p:ph type="ftr" sz="quarter" idx="15"/>
          </p:nvPr>
        </p:nvSpPr>
        <p:spPr/>
        <p:txBody>
          <a:bodyPr/>
          <a:lstStyle/>
          <a:p>
            <a:r>
              <a:rPr lang="en-US" dirty="0"/>
              <a:t>Footer Text</a:t>
            </a:r>
          </a:p>
        </p:txBody>
      </p:sp>
      <p:sp>
        <p:nvSpPr>
          <p:cNvPr id="9" name="Date Placeholder 8">
            <a:extLst>
              <a:ext uri="{FF2B5EF4-FFF2-40B4-BE49-F238E27FC236}">
                <a16:creationId xmlns:a16="http://schemas.microsoft.com/office/drawing/2014/main" id="{2A99D216-CE5A-6458-A23E-BE0E554AC3D1}"/>
              </a:ext>
            </a:extLst>
          </p:cNvPr>
          <p:cNvSpPr>
            <a:spLocks noGrp="1"/>
          </p:cNvSpPr>
          <p:nvPr>
            <p:ph type="dt" sz="half" idx="14"/>
          </p:nvPr>
        </p:nvSpPr>
        <p:spPr>
          <a:xfrm>
            <a:off x="5224951" y="207982"/>
            <a:ext cx="1682496" cy="413360"/>
          </a:xfrm>
        </p:spPr>
        <p:txBody>
          <a:bodyPr/>
          <a:lstStyle/>
          <a:p>
            <a:fld id="{28E8FF4C-7F6A-4962-9270-F797B8959287}" type="datetime1">
              <a:rPr lang="en-US" smtClean="0"/>
              <a:t>2/9/2026</a:t>
            </a:fld>
            <a:endParaRPr lang="en-US"/>
          </a:p>
        </p:txBody>
      </p:sp>
      <p:sp>
        <p:nvSpPr>
          <p:cNvPr id="12" name="Slide Number Placeholder 11">
            <a:extLst>
              <a:ext uri="{FF2B5EF4-FFF2-40B4-BE49-F238E27FC236}">
                <a16:creationId xmlns:a16="http://schemas.microsoft.com/office/drawing/2014/main" id="{3220FA64-3C9A-EBCF-5C28-E7DED40C97DC}"/>
              </a:ext>
            </a:extLst>
          </p:cNvPr>
          <p:cNvSpPr>
            <a:spLocks noGrp="1"/>
          </p:cNvSpPr>
          <p:nvPr>
            <p:ph type="sldNum" sz="quarter" idx="16"/>
          </p:nvPr>
        </p:nvSpPr>
        <p:spPr>
          <a:xfrm>
            <a:off x="6789594" y="207982"/>
            <a:ext cx="546447" cy="413360"/>
          </a:xfrm>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1746504"/>
            <a:ext cx="7018271" cy="4806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7773592" y="0"/>
            <a:ext cx="4417215" cy="6858000"/>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7768833"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0180295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60" y="749808"/>
            <a:ext cx="4163674" cy="2039112"/>
          </a:xfrm>
        </p:spPr>
        <p:txBody>
          <a:bodyPr vert="horz" lIns="91440" tIns="45720" rIns="91440" bIns="45720" rtlCol="0" anchor="t">
            <a:normAutofit/>
          </a:bodyPr>
          <a:lstStyle>
            <a:lvl1pPr>
              <a:defRPr lang="en-US" sz="7200"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752056"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073675" y="210312"/>
            <a:ext cx="1058111" cy="411480"/>
          </a:xfrm>
        </p:spPr>
        <p:txBody>
          <a:bodyPr/>
          <a:lstStyle/>
          <a:p>
            <a:fld id="{A2955807-6726-42C9-B7D5-F5CAD1E31DC0}" type="datetime1">
              <a:rPr lang="en-US" smtClean="0"/>
              <a:t>2/9/2026</a:t>
            </a:fld>
            <a:endParaRPr lang="en-US" dirty="0"/>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4054543" y="210312"/>
            <a:ext cx="440969" cy="413360"/>
          </a:xfrm>
        </p:spPr>
        <p:txBody>
          <a:bodyPr/>
          <a:lstStyle/>
          <a:p>
            <a:fld id="{753D0FD4-819D-4187-8797-C35567B41C78}" type="slidenum">
              <a:rPr lang="en-US" smtClean="0"/>
              <a:t>‹#›</a:t>
            </a:fld>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61" y="2944368"/>
            <a:ext cx="4163674" cy="35822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4912658" y="0"/>
            <a:ext cx="7279341" cy="6858000"/>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908810"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7010130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17773" y="749808"/>
            <a:ext cx="5778227" cy="103327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969163" y="210312"/>
            <a:ext cx="1679642" cy="411480"/>
          </a:xfrm>
        </p:spPr>
        <p:txBody>
          <a:bodyPr/>
          <a:lstStyle/>
          <a:p>
            <a:fld id="{064F86E1-145A-4683-AD05-97E7E41B4995}" type="datetime1">
              <a:rPr lang="en-US" smtClean="0"/>
              <a:t>2/9/2026</a:t>
            </a:fld>
            <a:endParaRPr lang="en-US" dirty="0"/>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5614093" y="210312"/>
            <a:ext cx="546447" cy="413360"/>
          </a:xfrm>
        </p:spPr>
        <p:txBody>
          <a:bodyPr/>
          <a:lstStyle/>
          <a:p>
            <a:fld id="{753D0FD4-819D-4187-8797-C35567B41C78}" type="slidenum">
              <a:rPr lang="en-US" smtClean="0"/>
              <a:t>‹#›</a:t>
            </a:fld>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1993391"/>
            <a:ext cx="5778227" cy="455980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6575416" y="0"/>
            <a:ext cx="5616584" cy="6858000"/>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AF4034EB-F498-D527-195A-D17B85027774}"/>
              </a:ext>
            </a:extLst>
          </p:cNvPr>
          <p:cNvCxnSpPr>
            <a:cxnSpLocks/>
          </p:cNvCxnSpPr>
          <p:nvPr/>
        </p:nvCxnSpPr>
        <p:spPr>
          <a:xfrm>
            <a:off x="6570629" y="0"/>
            <a:ext cx="0" cy="6857999"/>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0768810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670308" y="853949"/>
            <a:ext cx="4102574" cy="1516070"/>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1" y="0"/>
            <a:ext cx="7285976" cy="6858000"/>
          </a:xfrm>
          <a:blipFill>
            <a:blip r:embed="rId2">
              <a:alphaModFix amt="8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7670308" y="213482"/>
            <a:ext cx="2129674"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9930367" y="210312"/>
            <a:ext cx="1216834" cy="411480"/>
          </a:xfrm>
        </p:spPr>
        <p:txBody>
          <a:bodyPr/>
          <a:lstStyle/>
          <a:p>
            <a:fld id="{3E021DF1-F92E-444A-9AEF-304BD60FF6DA}" type="datetime1">
              <a:rPr lang="en-US" smtClean="0"/>
              <a:t>2/9/2026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26453" y="210312"/>
            <a:ext cx="679998" cy="413360"/>
          </a:xfrm>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670308" y="2578607"/>
            <a:ext cx="4102585" cy="39502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Straight Connector 14">
            <a:extLst>
              <a:ext uri="{FF2B5EF4-FFF2-40B4-BE49-F238E27FC236}">
                <a16:creationId xmlns:a16="http://schemas.microsoft.com/office/drawing/2014/main" id="{19E9D652-D7DE-25C0-FCD7-3031AEEB0C6C}"/>
              </a:ext>
            </a:extLst>
          </p:cNvPr>
          <p:cNvCxnSpPr>
            <a:cxnSpLocks/>
          </p:cNvCxnSpPr>
          <p:nvPr/>
        </p:nvCxnSpPr>
        <p:spPr>
          <a:xfrm>
            <a:off x="7291894"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6798269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749808"/>
            <a:ext cx="4123680" cy="1517904"/>
          </a:xfrm>
        </p:spPr>
        <p:txBody>
          <a:bodyPr vert="horz" lIns="91440" tIns="45720" rIns="91440" bIns="45720" rtlCol="0" anchor="t">
            <a:normAutofit/>
          </a:bodyPr>
          <a:lstStyle>
            <a:lvl1pPr>
              <a:defRPr lang="en-US" sz="4000"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3" y="210312"/>
            <a:ext cx="2260057"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029329" y="210312"/>
            <a:ext cx="1058111" cy="411480"/>
          </a:xfrm>
        </p:spPr>
        <p:txBody>
          <a:bodyPr/>
          <a:lstStyle/>
          <a:p>
            <a:fld id="{96B14CE5-CB23-4F24-AF40-FFA10F25B799}" type="datetime1">
              <a:rPr lang="en-US" smtClean="0"/>
              <a:t>2/9/2026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4010197" y="210312"/>
            <a:ext cx="440969" cy="413360"/>
          </a:xfrm>
        </p:spPr>
        <p:txBody>
          <a:bodyPr/>
          <a:lstStyle/>
          <a:p>
            <a:fld id="{753D0FD4-819D-4187-8797-C35567B41C78}" type="slidenum">
              <a:rPr lang="en-US" smtClean="0"/>
              <a:t>‹#›</a:t>
            </a:fld>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9704" y="2578609"/>
            <a:ext cx="4130606" cy="37124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4912658" y="0"/>
            <a:ext cx="7279341" cy="6858000"/>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907963"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1413463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49808"/>
            <a:ext cx="11514755" cy="960120"/>
          </a:xfrm>
        </p:spPr>
        <p:txBody>
          <a:bodyPr vert="horz" lIns="91440" tIns="45720" rIns="91440" bIns="45720" rtlCol="0" anchor="t">
            <a:normAutofit/>
          </a:bodyPr>
          <a:lstStyle>
            <a:lvl1pPr>
              <a:defRPr lang="en-US" sz="72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F8890DBE-0DD3-8504-F95F-4225535FB1B9}"/>
              </a:ext>
            </a:extLst>
          </p:cNvPr>
          <p:cNvSpPr>
            <a:spLocks noGrp="1"/>
          </p:cNvSpPr>
          <p:nvPr>
            <p:ph type="ftr" sz="quarter" idx="15"/>
          </p:nvPr>
        </p:nvSpPr>
        <p:spPr/>
        <p:txBody>
          <a:bodyPr/>
          <a:lstStyle/>
          <a:p>
            <a:r>
              <a:rPr lang="en-US" dirty="0"/>
              <a:t>Footer Text</a:t>
            </a:r>
          </a:p>
        </p:txBody>
      </p:sp>
      <p:sp>
        <p:nvSpPr>
          <p:cNvPr id="7" name="Date Placeholder 6">
            <a:extLst>
              <a:ext uri="{FF2B5EF4-FFF2-40B4-BE49-F238E27FC236}">
                <a16:creationId xmlns:a16="http://schemas.microsoft.com/office/drawing/2014/main" id="{734BB28A-95D9-4CE6-DA59-520BA3C61CDB}"/>
              </a:ext>
            </a:extLst>
          </p:cNvPr>
          <p:cNvSpPr>
            <a:spLocks noGrp="1"/>
          </p:cNvSpPr>
          <p:nvPr>
            <p:ph type="dt" sz="half" idx="14"/>
          </p:nvPr>
        </p:nvSpPr>
        <p:spPr/>
        <p:txBody>
          <a:bodyPr/>
          <a:lstStyle/>
          <a:p>
            <a:fld id="{C939A3FF-4925-4C53-B6D9-F2B1807D4179}" type="datetime1">
              <a:rPr lang="en-US" smtClean="0"/>
              <a:t>2/9/2026</a:t>
            </a:fld>
            <a:endParaRPr lang="en-US"/>
          </a:p>
        </p:txBody>
      </p:sp>
      <p:sp>
        <p:nvSpPr>
          <p:cNvPr id="12" name="Slide Number Placeholder 11">
            <a:extLst>
              <a:ext uri="{FF2B5EF4-FFF2-40B4-BE49-F238E27FC236}">
                <a16:creationId xmlns:a16="http://schemas.microsoft.com/office/drawing/2014/main" id="{E1FA0A0C-CE55-CB7D-174D-D77937630A9D}"/>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2180556"/>
            <a:ext cx="5012355" cy="428425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5822674" y="1834524"/>
            <a:ext cx="6378722" cy="5023476"/>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6C753443-12E2-4CD3-2C6F-4E20536BA82B}"/>
              </a:ext>
            </a:extLst>
          </p:cNvPr>
          <p:cNvCxnSpPr>
            <a:cxnSpLocks/>
          </p:cNvCxnSpPr>
          <p:nvPr/>
        </p:nvCxnSpPr>
        <p:spPr>
          <a:xfrm>
            <a:off x="5816454" y="1827254"/>
            <a:ext cx="0" cy="504063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89B4AF9B-8CF3-D7A8-CDB9-8E513FFF57EC}"/>
              </a:ext>
            </a:extLst>
          </p:cNvPr>
          <p:cNvCxnSpPr>
            <a:cxnSpLocks/>
          </p:cNvCxnSpPr>
          <p:nvPr/>
        </p:nvCxnSpPr>
        <p:spPr>
          <a:xfrm>
            <a:off x="0" y="1827254"/>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1228403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49808"/>
            <a:ext cx="11514753" cy="960120"/>
          </a:xfrm>
        </p:spPr>
        <p:txBody>
          <a:bodyPr vert="horz" lIns="91440" tIns="45720" rIns="91440" bIns="45720" rtlCol="0" anchor="t">
            <a:normAutofit/>
          </a:bodyPr>
          <a:lstStyle>
            <a:lvl1pPr>
              <a:defRPr lang="en-US" sz="72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58B12C2E-FD87-6FEB-F35D-ABCDF00C8DFA}"/>
              </a:ext>
            </a:extLst>
          </p:cNvPr>
          <p:cNvSpPr>
            <a:spLocks noGrp="1"/>
          </p:cNvSpPr>
          <p:nvPr>
            <p:ph type="ftr" sz="quarter" idx="15"/>
          </p:nvPr>
        </p:nvSpPr>
        <p:spPr/>
        <p:txBody>
          <a:bodyPr/>
          <a:lstStyle/>
          <a:p>
            <a:r>
              <a:rPr lang="en-US" dirty="0"/>
              <a:t>Footer Text</a:t>
            </a:r>
          </a:p>
        </p:txBody>
      </p:sp>
      <p:sp>
        <p:nvSpPr>
          <p:cNvPr id="7" name="Date Placeholder 6">
            <a:extLst>
              <a:ext uri="{FF2B5EF4-FFF2-40B4-BE49-F238E27FC236}">
                <a16:creationId xmlns:a16="http://schemas.microsoft.com/office/drawing/2014/main" id="{85656A87-5539-46DA-CF5D-F2506ECA3F8D}"/>
              </a:ext>
            </a:extLst>
          </p:cNvPr>
          <p:cNvSpPr>
            <a:spLocks noGrp="1"/>
          </p:cNvSpPr>
          <p:nvPr>
            <p:ph type="dt" sz="half" idx="14"/>
          </p:nvPr>
        </p:nvSpPr>
        <p:spPr/>
        <p:txBody>
          <a:bodyPr/>
          <a:lstStyle/>
          <a:p>
            <a:fld id="{C3A045AE-50EB-46C6-B8D1-C8DF92FBD24F}" type="datetime1">
              <a:rPr lang="en-US" smtClean="0"/>
              <a:t>2/9/2026</a:t>
            </a:fld>
            <a:endParaRPr lang="en-US"/>
          </a:p>
        </p:txBody>
      </p:sp>
      <p:sp>
        <p:nvSpPr>
          <p:cNvPr id="12" name="Slide Number Placeholder 11">
            <a:extLst>
              <a:ext uri="{FF2B5EF4-FFF2-40B4-BE49-F238E27FC236}">
                <a16:creationId xmlns:a16="http://schemas.microsoft.com/office/drawing/2014/main" id="{01AB7173-DF2F-B8EA-F83D-4C7263C765EB}"/>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1834525"/>
            <a:ext cx="4905942" cy="5023476"/>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32911" y="2180556"/>
            <a:ext cx="6435936" cy="430476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a:extLst>
              <a:ext uri="{FF2B5EF4-FFF2-40B4-BE49-F238E27FC236}">
                <a16:creationId xmlns:a16="http://schemas.microsoft.com/office/drawing/2014/main" id="{6C753443-12E2-4CD3-2C6F-4E20536BA82B}"/>
              </a:ext>
            </a:extLst>
          </p:cNvPr>
          <p:cNvCxnSpPr>
            <a:cxnSpLocks/>
          </p:cNvCxnSpPr>
          <p:nvPr/>
        </p:nvCxnSpPr>
        <p:spPr>
          <a:xfrm>
            <a:off x="4914379" y="1827254"/>
            <a:ext cx="0" cy="504063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89B4AF9B-8CF3-D7A8-CDB9-8E513FFF57EC}"/>
              </a:ext>
            </a:extLst>
          </p:cNvPr>
          <p:cNvCxnSpPr>
            <a:cxnSpLocks/>
          </p:cNvCxnSpPr>
          <p:nvPr/>
        </p:nvCxnSpPr>
        <p:spPr>
          <a:xfrm>
            <a:off x="0" y="1827254"/>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335457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49808"/>
            <a:ext cx="11514757" cy="960120"/>
          </a:xfrm>
        </p:spPr>
        <p:txBody>
          <a:bodyPr vert="horz" lIns="91440" tIns="45720" rIns="91440" bIns="45720" rtlCol="0" anchor="t">
            <a:normAutofit/>
          </a:bodyPr>
          <a:lstStyle>
            <a:lvl1pPr>
              <a:defRPr lang="en-US" sz="72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BBEAB049-8AFC-5262-0ECB-2E9CDA2066B9}"/>
              </a:ext>
            </a:extLst>
          </p:cNvPr>
          <p:cNvSpPr>
            <a:spLocks noGrp="1"/>
          </p:cNvSpPr>
          <p:nvPr>
            <p:ph type="ftr" sz="quarter" idx="15"/>
          </p:nvPr>
        </p:nvSpPr>
        <p:spPr/>
        <p:txBody>
          <a:bodyPr/>
          <a:lstStyle/>
          <a:p>
            <a:r>
              <a:rPr lang="en-US" dirty="0"/>
              <a:t>Footer Text</a:t>
            </a:r>
          </a:p>
        </p:txBody>
      </p:sp>
      <p:sp>
        <p:nvSpPr>
          <p:cNvPr id="7" name="Date Placeholder 6">
            <a:extLst>
              <a:ext uri="{FF2B5EF4-FFF2-40B4-BE49-F238E27FC236}">
                <a16:creationId xmlns:a16="http://schemas.microsoft.com/office/drawing/2014/main" id="{6E26863A-85CF-52FA-E2B2-AF70382C6922}"/>
              </a:ext>
            </a:extLst>
          </p:cNvPr>
          <p:cNvSpPr>
            <a:spLocks noGrp="1"/>
          </p:cNvSpPr>
          <p:nvPr>
            <p:ph type="dt" sz="half" idx="14"/>
          </p:nvPr>
        </p:nvSpPr>
        <p:spPr/>
        <p:txBody>
          <a:bodyPr/>
          <a:lstStyle/>
          <a:p>
            <a:fld id="{E1987558-2E71-415A-A90B-E63D7A0329F1}" type="datetime1">
              <a:rPr lang="en-US" smtClean="0"/>
              <a:t>2/9/2026</a:t>
            </a:fld>
            <a:endParaRPr lang="en-US"/>
          </a:p>
        </p:txBody>
      </p:sp>
      <p:sp>
        <p:nvSpPr>
          <p:cNvPr id="12" name="Slide Number Placeholder 11">
            <a:extLst>
              <a:ext uri="{FF2B5EF4-FFF2-40B4-BE49-F238E27FC236}">
                <a16:creationId xmlns:a16="http://schemas.microsoft.com/office/drawing/2014/main" id="{1DF7822C-4885-9FA2-F9E5-E0B61BDDB416}"/>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2180556"/>
            <a:ext cx="6419605" cy="437535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7286058" y="1834525"/>
            <a:ext cx="4905942" cy="5023476"/>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6C753443-12E2-4CD3-2C6F-4E20536BA82B}"/>
              </a:ext>
            </a:extLst>
          </p:cNvPr>
          <p:cNvCxnSpPr>
            <a:cxnSpLocks/>
          </p:cNvCxnSpPr>
          <p:nvPr/>
        </p:nvCxnSpPr>
        <p:spPr>
          <a:xfrm>
            <a:off x="7286058" y="1827254"/>
            <a:ext cx="0" cy="504063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89B4AF9B-8CF3-D7A8-CDB9-8E513FFF57EC}"/>
              </a:ext>
            </a:extLst>
          </p:cNvPr>
          <p:cNvCxnSpPr>
            <a:cxnSpLocks/>
          </p:cNvCxnSpPr>
          <p:nvPr/>
        </p:nvCxnSpPr>
        <p:spPr>
          <a:xfrm>
            <a:off x="0" y="1827254"/>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4744910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5166364"/>
            <a:ext cx="3656530" cy="1223420"/>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12198096" cy="4837176"/>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699121" y="5166364"/>
            <a:ext cx="7073776" cy="1223420"/>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437376"/>
            <a:ext cx="2962656" cy="365125"/>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4699121" y="6437193"/>
            <a:ext cx="4549413" cy="365125"/>
          </a:xfrm>
        </p:spPr>
        <p:txBody>
          <a:bodyPr/>
          <a:lstStyle/>
          <a:p>
            <a:fld id="{220747AD-BB60-464B-B16B-6CC7DCEAA31E}" type="datetime1">
              <a:rPr lang="en-US" smtClean="0"/>
              <a:t>2/9/2026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437376"/>
            <a:ext cx="546447" cy="413360"/>
          </a:xfrm>
        </p:spPr>
        <p:txBody>
          <a:body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5DF9F6E2-159F-CDF3-F2D3-AB7A7E505C0B}"/>
              </a:ext>
            </a:extLst>
          </p:cNvPr>
          <p:cNvCxnSpPr>
            <a:cxnSpLocks/>
          </p:cNvCxnSpPr>
          <p:nvPr/>
        </p:nvCxnSpPr>
        <p:spPr>
          <a:xfrm>
            <a:off x="4283425" y="4837176"/>
            <a:ext cx="0" cy="2020824"/>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FD4F9120-94C1-CA43-BF4E-9411F4866A20}"/>
              </a:ext>
            </a:extLst>
          </p:cNvPr>
          <p:cNvCxnSpPr>
            <a:cxnSpLocks/>
          </p:cNvCxnSpPr>
          <p:nvPr/>
        </p:nvCxnSpPr>
        <p:spPr>
          <a:xfrm>
            <a:off x="-1250" y="4842106"/>
            <a:ext cx="1219325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4842476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4364336"/>
            <a:ext cx="3593592" cy="164772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12198096" cy="3985863"/>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699120" y="4321099"/>
            <a:ext cx="7136195" cy="2067424"/>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437375"/>
            <a:ext cx="2962656" cy="36576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4699120" y="6437375"/>
            <a:ext cx="4549414" cy="365760"/>
          </a:xfrm>
        </p:spPr>
        <p:txBody>
          <a:bodyPr/>
          <a:lstStyle/>
          <a:p>
            <a:fld id="{9215AEAD-579C-4AC1-88F0-8AB8BCFD43FD}" type="datetime1">
              <a:rPr lang="en-US" smtClean="0"/>
              <a:t>2/9/2026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437376"/>
            <a:ext cx="546447" cy="365760"/>
          </a:xfrm>
        </p:spPr>
        <p:txBody>
          <a:body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5DF9F6E2-159F-CDF3-F2D3-AB7A7E505C0B}"/>
              </a:ext>
            </a:extLst>
          </p:cNvPr>
          <p:cNvCxnSpPr>
            <a:cxnSpLocks/>
          </p:cNvCxnSpPr>
          <p:nvPr/>
        </p:nvCxnSpPr>
        <p:spPr>
          <a:xfrm>
            <a:off x="4283425" y="3985863"/>
            <a:ext cx="0" cy="287213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FD4F9120-94C1-CA43-BF4E-9411F4866A20}"/>
              </a:ext>
            </a:extLst>
          </p:cNvPr>
          <p:cNvCxnSpPr>
            <a:cxnSpLocks/>
          </p:cNvCxnSpPr>
          <p:nvPr/>
        </p:nvCxnSpPr>
        <p:spPr>
          <a:xfrm>
            <a:off x="-1250" y="3985863"/>
            <a:ext cx="1219325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7206005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749808"/>
            <a:ext cx="3593592" cy="1642125"/>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4699121" y="210311"/>
            <a:ext cx="4549413" cy="411480"/>
          </a:xfrm>
        </p:spPr>
        <p:txBody>
          <a:bodyPr/>
          <a:lstStyle/>
          <a:p>
            <a:fld id="{6F2DDD3F-C716-416F-92A0-B3CC5AC8AFF6}" type="datetime1">
              <a:rPr lang="en-US" smtClean="0"/>
              <a:t>2/9/2026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699121" y="717941"/>
            <a:ext cx="7073776" cy="2066544"/>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3048520"/>
            <a:ext cx="12198096" cy="3809480"/>
          </a:xfrm>
          <a:blipFill>
            <a:blip r:embed="rId2">
              <a:alphaModFix amt="80000"/>
            </a:blip>
            <a:stretch>
              <a:fillRect/>
            </a:stretch>
          </a:blipFill>
        </p:spPr>
        <p:txBody>
          <a:bodyPr/>
          <a:lstStyle>
            <a:lvl1pPr marL="0" indent="0">
              <a:buNone/>
              <a:defRPr/>
            </a:lvl1pPr>
          </a:lstStyle>
          <a:p>
            <a:r>
              <a:rPr lang="en-US" dirty="0"/>
              <a:t> </a:t>
            </a:r>
          </a:p>
        </p:txBody>
      </p:sp>
      <p:cxnSp>
        <p:nvCxnSpPr>
          <p:cNvPr id="9" name="Straight Connector 8">
            <a:extLst>
              <a:ext uri="{FF2B5EF4-FFF2-40B4-BE49-F238E27FC236}">
                <a16:creationId xmlns:a16="http://schemas.microsoft.com/office/drawing/2014/main" id="{5DF9F6E2-159F-CDF3-F2D3-AB7A7E505C0B}"/>
              </a:ext>
            </a:extLst>
          </p:cNvPr>
          <p:cNvCxnSpPr>
            <a:cxnSpLocks/>
          </p:cNvCxnSpPr>
          <p:nvPr/>
        </p:nvCxnSpPr>
        <p:spPr>
          <a:xfrm>
            <a:off x="4283425" y="0"/>
            <a:ext cx="0" cy="3045465"/>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FD4F9120-94C1-CA43-BF4E-9411F4866A20}"/>
              </a:ext>
            </a:extLst>
          </p:cNvPr>
          <p:cNvCxnSpPr>
            <a:cxnSpLocks/>
          </p:cNvCxnSpPr>
          <p:nvPr/>
        </p:nvCxnSpPr>
        <p:spPr>
          <a:xfrm>
            <a:off x="-1250" y="3045465"/>
            <a:ext cx="1219325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2222422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Content with Picture 15">
    <p:spTree>
      <p:nvGrpSpPr>
        <p:cNvPr id="1" name=""/>
        <p:cNvGrpSpPr/>
        <p:nvPr/>
      </p:nvGrpSpPr>
      <p:grpSpPr>
        <a:xfrm>
          <a:off x="0" y="0"/>
          <a:ext cx="0" cy="0"/>
          <a:chOff x="0" y="0"/>
          <a:chExt cx="0" cy="0"/>
        </a:xfrm>
      </p:grpSpPr>
      <p:sp>
        <p:nvSpPr>
          <p:cNvPr id="8" name="Picture Placeholder 9">
            <a:extLst>
              <a:ext uri="{FF2B5EF4-FFF2-40B4-BE49-F238E27FC236}">
                <a16:creationId xmlns:a16="http://schemas.microsoft.com/office/drawing/2014/main" id="{4392B674-7AB8-8272-87B1-5B7038F7CB85}"/>
              </a:ext>
            </a:extLst>
          </p:cNvPr>
          <p:cNvSpPr>
            <a:spLocks noGrp="1"/>
          </p:cNvSpPr>
          <p:nvPr>
            <p:ph type="pic" sz="quarter" idx="13" hasCustomPrompt="1"/>
          </p:nvPr>
        </p:nvSpPr>
        <p:spPr>
          <a:xfrm>
            <a:off x="0" y="0"/>
            <a:ext cx="12191996" cy="6858000"/>
          </a:xfrm>
          <a:custGeom>
            <a:avLst/>
            <a:gdLst>
              <a:gd name="connsiteX0" fmla="*/ 795631 w 12191996"/>
              <a:gd name="connsiteY0" fmla="*/ 789997 h 6858000"/>
              <a:gd name="connsiteX1" fmla="*/ 795631 w 12191996"/>
              <a:gd name="connsiteY1" fmla="*/ 6068003 h 6858000"/>
              <a:gd name="connsiteX2" fmla="*/ 4649508 w 12191996"/>
              <a:gd name="connsiteY2" fmla="*/ 6068003 h 6858000"/>
              <a:gd name="connsiteX3" fmla="*/ 4649508 w 12191996"/>
              <a:gd name="connsiteY3" fmla="*/ 789997 h 6858000"/>
              <a:gd name="connsiteX4" fmla="*/ 0 w 12191996"/>
              <a:gd name="connsiteY4" fmla="*/ 0 h 6858000"/>
              <a:gd name="connsiteX5" fmla="*/ 12191996 w 12191996"/>
              <a:gd name="connsiteY5" fmla="*/ 0 h 6858000"/>
              <a:gd name="connsiteX6" fmla="*/ 12191996 w 12191996"/>
              <a:gd name="connsiteY6" fmla="*/ 6858000 h 6858000"/>
              <a:gd name="connsiteX7" fmla="*/ 0 w 12191996"/>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6" h="6858000">
                <a:moveTo>
                  <a:pt x="795631" y="789997"/>
                </a:moveTo>
                <a:lnTo>
                  <a:pt x="795631" y="6068003"/>
                </a:lnTo>
                <a:lnTo>
                  <a:pt x="4649508" y="6068003"/>
                </a:lnTo>
                <a:lnTo>
                  <a:pt x="4649508" y="789997"/>
                </a:lnTo>
                <a:close/>
                <a:moveTo>
                  <a:pt x="0" y="0"/>
                </a:moveTo>
                <a:lnTo>
                  <a:pt x="12191996" y="0"/>
                </a:lnTo>
                <a:lnTo>
                  <a:pt x="12191996" y="6858000"/>
                </a:lnTo>
                <a:lnTo>
                  <a:pt x="0" y="6858000"/>
                </a:lnTo>
                <a:close/>
              </a:path>
            </a:pathLst>
          </a:custGeom>
          <a:blipFill>
            <a:blip r:embed="rId2">
              <a:alphaModFix amt="80000"/>
            </a:blip>
            <a:stretch>
              <a:fillRect/>
            </a:stretch>
          </a:blipFill>
        </p:spPr>
        <p:txBody>
          <a:bodyPr wrap="square">
            <a:noAutofit/>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95631" y="789997"/>
            <a:ext cx="3853877" cy="5280546"/>
          </a:xfrm>
          <a:solidFill>
            <a:schemeClr val="bg2"/>
          </a:solidFill>
          <a:ln>
            <a:solidFill>
              <a:schemeClr val="tx2"/>
            </a:solidFill>
          </a:ln>
        </p:spPr>
        <p:txBody>
          <a:bodyPr vert="horz" lIns="45720" tIns="320040" rIns="91440" bIns="3840480" rtlCol="0" anchor="t">
            <a:normAutofit/>
          </a:bodyPr>
          <a:lstStyle>
            <a:lvl1pPr marL="182880">
              <a:defRPr lang="en-US"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688899" cy="411480"/>
          </a:xfrm>
        </p:spPr>
        <p:txBody>
          <a:bodyPr/>
          <a:lstStyle>
            <a:lvl1pPr>
              <a:defRPr>
                <a:solidFill>
                  <a:srgbClr val="FFFFFF"/>
                </a:solidFill>
                <a:effectLst>
                  <a:outerShdw blurRad="38100" dist="38100" dir="2700000" algn="tl">
                    <a:srgbClr val="000000">
                      <a:alpha val="43137"/>
                    </a:srgbClr>
                  </a:outerShdw>
                </a:effectLst>
              </a:defRPr>
            </a:lvl1p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129520" y="210312"/>
            <a:ext cx="1060704" cy="411480"/>
          </a:xfrm>
        </p:spPr>
        <p:txBody>
          <a:bodyPr/>
          <a:lstStyle>
            <a:lvl1pPr>
              <a:defRPr>
                <a:solidFill>
                  <a:srgbClr val="FFFFFF"/>
                </a:solidFill>
                <a:effectLst>
                  <a:outerShdw blurRad="38100" dist="38100" dir="2700000" algn="tl">
                    <a:srgbClr val="000000">
                      <a:alpha val="43137"/>
                    </a:srgbClr>
                  </a:outerShdw>
                </a:effectLst>
              </a:defRPr>
            </a:lvl1pPr>
          </a:lstStyle>
          <a:p>
            <a:fld id="{A1EA33C4-6E91-4A95-864E-A6A838FBE588}" type="datetime1">
              <a:rPr lang="en-US" smtClean="0"/>
              <a:t>2/9/2026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4103061" y="210312"/>
            <a:ext cx="546447" cy="413360"/>
          </a:xfrm>
        </p:spPr>
        <p:txBody>
          <a:bodyPr/>
          <a:lstStyle>
            <a:lvl1pPr>
              <a:defRPr>
                <a:solidFill>
                  <a:srgbClr val="FFFFFF"/>
                </a:solidFill>
                <a:effectLst>
                  <a:outerShdw blurRad="38100" dist="38100" dir="2700000" algn="tl">
                    <a:srgbClr val="000000">
                      <a:alpha val="43137"/>
                    </a:srgbClr>
                  </a:outerShdw>
                </a:effectLst>
              </a:defRPr>
            </a:lvl1p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1051559" y="2356793"/>
            <a:ext cx="3364992" cy="3467535"/>
          </a:xfrm>
          <a:solidFill>
            <a:schemeClr val="bg2"/>
          </a:solidFill>
          <a:ln>
            <a:noFill/>
          </a:ln>
          <a:effectLst>
            <a:outerShdw dist="12700" dir="16200000" rotWithShape="0">
              <a:prstClr val="black"/>
            </a:outerShdw>
          </a:effectLst>
        </p:spPr>
        <p:txBody>
          <a:bodyPr lIns="45720" tIns="137160" rIns="45720" anchor="ctr">
            <a:normAutofit/>
          </a:bodyPr>
          <a:lstStyle>
            <a:lvl1pPr marL="0">
              <a:defRPr/>
            </a:lvl1pPr>
            <a:lvl2pPr marL="0">
              <a:defRPr/>
            </a:lvl2pPr>
            <a:lvl3pPr marL="0">
              <a:defRPr/>
            </a:lvl3pPr>
            <a:lvl4pPr marL="0">
              <a:defRPr/>
            </a:lvl4pPr>
            <a:lvl5pPr marL="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65360346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62002"/>
            <a:ext cx="6612786" cy="1555895"/>
          </a:xfrm>
        </p:spPr>
        <p:txBody>
          <a:bodyPr vert="horz" lIns="91440" tIns="45720" rIns="91440" bIns="45720" rtlCol="0" anchor="t">
            <a:normAutofit/>
          </a:bodyPr>
          <a:lstStyle>
            <a:lvl1pPr>
              <a:defRPr lang="en-US" sz="60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6A2AC736-2858-40E1-3533-38692573ECE6}"/>
              </a:ext>
            </a:extLst>
          </p:cNvPr>
          <p:cNvSpPr>
            <a:spLocks noGrp="1"/>
          </p:cNvSpPr>
          <p:nvPr>
            <p:ph type="ftr" sz="quarter" idx="15"/>
          </p:nvPr>
        </p:nvSpPr>
        <p:spPr/>
        <p:txBody>
          <a:bodyPr/>
          <a:lstStyle/>
          <a:p>
            <a:r>
              <a:rPr lang="en-US" dirty="0"/>
              <a:t>Footer Text</a:t>
            </a:r>
          </a:p>
        </p:txBody>
      </p:sp>
      <p:sp>
        <p:nvSpPr>
          <p:cNvPr id="8" name="Date Placeholder 7">
            <a:extLst>
              <a:ext uri="{FF2B5EF4-FFF2-40B4-BE49-F238E27FC236}">
                <a16:creationId xmlns:a16="http://schemas.microsoft.com/office/drawing/2014/main" id="{6F901C69-26AA-7830-9BFF-EC62E8208AB7}"/>
              </a:ext>
            </a:extLst>
          </p:cNvPr>
          <p:cNvSpPr>
            <a:spLocks noGrp="1"/>
          </p:cNvSpPr>
          <p:nvPr>
            <p:ph type="dt" sz="half" idx="14"/>
          </p:nvPr>
        </p:nvSpPr>
        <p:spPr/>
        <p:txBody>
          <a:bodyPr/>
          <a:lstStyle/>
          <a:p>
            <a:fld id="{B340F08F-40FA-4D3B-96CF-F8FAF483E9A7}" type="datetime1">
              <a:rPr lang="en-US" smtClean="0"/>
              <a:t>2/9/2026</a:t>
            </a:fld>
            <a:endParaRPr lang="en-US"/>
          </a:p>
        </p:txBody>
      </p:sp>
      <p:sp>
        <p:nvSpPr>
          <p:cNvPr id="11" name="Slide Number Placeholder 10">
            <a:extLst>
              <a:ext uri="{FF2B5EF4-FFF2-40B4-BE49-F238E27FC236}">
                <a16:creationId xmlns:a16="http://schemas.microsoft.com/office/drawing/2014/main" id="{A83EC4C7-2AFC-9797-0F80-FCBABD2A8562}"/>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6627" y="2435966"/>
            <a:ext cx="7283725" cy="4422032"/>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680068" y="762000"/>
            <a:ext cx="4092813" cy="579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7" name="Straight Connector 6">
            <a:extLst>
              <a:ext uri="{FF2B5EF4-FFF2-40B4-BE49-F238E27FC236}">
                <a16:creationId xmlns:a16="http://schemas.microsoft.com/office/drawing/2014/main" id="{788F70BF-1865-3761-955D-0621AA22B818}"/>
              </a:ext>
            </a:extLst>
          </p:cNvPr>
          <p:cNvCxnSpPr>
            <a:cxnSpLocks/>
          </p:cNvCxnSpPr>
          <p:nvPr/>
        </p:nvCxnSpPr>
        <p:spPr>
          <a:xfrm>
            <a:off x="0" y="2435966"/>
            <a:ext cx="72771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8638DF4A-7DDF-7C24-D39A-EA7EAF7CFE63}"/>
              </a:ext>
            </a:extLst>
          </p:cNvPr>
          <p:cNvCxnSpPr>
            <a:cxnSpLocks/>
          </p:cNvCxnSpPr>
          <p:nvPr/>
        </p:nvCxnSpPr>
        <p:spPr>
          <a:xfrm>
            <a:off x="7277100" y="0"/>
            <a:ext cx="0" cy="6857999"/>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0907304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7" y="762002"/>
            <a:ext cx="5294939" cy="1555895"/>
          </a:xfrm>
        </p:spPr>
        <p:txBody>
          <a:bodyPr vert="horz" lIns="91440" tIns="45720" rIns="91440" bIns="45720" rtlCol="0" anchor="t">
            <a:normAutofit/>
          </a:bodyPr>
          <a:lstStyle>
            <a:lvl1pPr>
              <a:defRPr lang="en-US" sz="60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70F70C4A-BA92-6BFC-3B1F-307DC253CC2B}"/>
              </a:ext>
            </a:extLst>
          </p:cNvPr>
          <p:cNvSpPr>
            <a:spLocks noGrp="1"/>
          </p:cNvSpPr>
          <p:nvPr>
            <p:ph type="ftr" sz="quarter" idx="15"/>
          </p:nvPr>
        </p:nvSpPr>
        <p:spPr/>
        <p:txBody>
          <a:bodyPr/>
          <a:lstStyle/>
          <a:p>
            <a:r>
              <a:rPr lang="en-US" dirty="0"/>
              <a:t>Footer Text</a:t>
            </a:r>
          </a:p>
        </p:txBody>
      </p:sp>
      <p:sp>
        <p:nvSpPr>
          <p:cNvPr id="8" name="Date Placeholder 7">
            <a:extLst>
              <a:ext uri="{FF2B5EF4-FFF2-40B4-BE49-F238E27FC236}">
                <a16:creationId xmlns:a16="http://schemas.microsoft.com/office/drawing/2014/main" id="{E2862A36-3103-C394-ACDE-9712D22EC1E9}"/>
              </a:ext>
            </a:extLst>
          </p:cNvPr>
          <p:cNvSpPr>
            <a:spLocks noGrp="1"/>
          </p:cNvSpPr>
          <p:nvPr>
            <p:ph type="dt" sz="half" idx="14"/>
          </p:nvPr>
        </p:nvSpPr>
        <p:spPr>
          <a:xfrm>
            <a:off x="6340642" y="207982"/>
            <a:ext cx="1921315" cy="413360"/>
          </a:xfrm>
        </p:spPr>
        <p:txBody>
          <a:bodyPr/>
          <a:lstStyle/>
          <a:p>
            <a:fld id="{025BF5DA-9B72-4C47-B5EF-1EED5B08EE79}" type="datetime1">
              <a:rPr lang="en-US" smtClean="0"/>
              <a:t>2/9/2026</a:t>
            </a:fld>
            <a:endParaRPr lang="en-US"/>
          </a:p>
        </p:txBody>
      </p:sp>
      <p:sp>
        <p:nvSpPr>
          <p:cNvPr id="11" name="Slide Number Placeholder 10">
            <a:extLst>
              <a:ext uri="{FF2B5EF4-FFF2-40B4-BE49-F238E27FC236}">
                <a16:creationId xmlns:a16="http://schemas.microsoft.com/office/drawing/2014/main" id="{E054C547-CF4F-67F9-FBC5-A0BE282578D6}"/>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2442689"/>
            <a:ext cx="5875421" cy="4422032"/>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6340642" y="762000"/>
            <a:ext cx="5432239" cy="579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7" name="Straight Connector 6">
            <a:extLst>
              <a:ext uri="{FF2B5EF4-FFF2-40B4-BE49-F238E27FC236}">
                <a16:creationId xmlns:a16="http://schemas.microsoft.com/office/drawing/2014/main" id="{788F70BF-1865-3761-955D-0621AA22B818}"/>
              </a:ext>
            </a:extLst>
          </p:cNvPr>
          <p:cNvCxnSpPr>
            <a:cxnSpLocks/>
          </p:cNvCxnSpPr>
          <p:nvPr/>
        </p:nvCxnSpPr>
        <p:spPr>
          <a:xfrm>
            <a:off x="0" y="2435966"/>
            <a:ext cx="5875421"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8638DF4A-7DDF-7C24-D39A-EA7EAF7CFE63}"/>
              </a:ext>
            </a:extLst>
          </p:cNvPr>
          <p:cNvCxnSpPr>
            <a:cxnSpLocks/>
          </p:cNvCxnSpPr>
          <p:nvPr/>
        </p:nvCxnSpPr>
        <p:spPr>
          <a:xfrm>
            <a:off x="5875423" y="0"/>
            <a:ext cx="0" cy="6857999"/>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9867666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448056"/>
            <a:ext cx="11514759" cy="1124712"/>
          </a:xfrm>
        </p:spPr>
        <p:txBody>
          <a:bodyPr vert="horz" lIns="91440" tIns="45720" rIns="91440" bIns="45720" rtlCol="0" anchor="ctr">
            <a:normAutofit/>
          </a:bodyPr>
          <a:lstStyle>
            <a:lvl1pPr>
              <a:defRPr lang="en-US"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p>
            <a:fld id="{EB5EDF0F-3515-4895-B663-882304741893}" type="datetime1">
              <a:rPr lang="en-US" smtClean="0"/>
              <a:t>2/9/2026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07982"/>
            <a:ext cx="546447" cy="411480"/>
          </a:xfrm>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3614" y="1700784"/>
            <a:ext cx="3318170" cy="5157216"/>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801441" y="2130553"/>
            <a:ext cx="7971459" cy="4422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7" name="Straight Connector 6">
            <a:extLst>
              <a:ext uri="{FF2B5EF4-FFF2-40B4-BE49-F238E27FC236}">
                <a16:creationId xmlns:a16="http://schemas.microsoft.com/office/drawing/2014/main" id="{6C347961-3E7C-FAAC-2283-DA751A80201C}"/>
              </a:ext>
            </a:extLst>
          </p:cNvPr>
          <p:cNvCxnSpPr>
            <a:cxnSpLocks/>
          </p:cNvCxnSpPr>
          <p:nvPr/>
        </p:nvCxnSpPr>
        <p:spPr>
          <a:xfrm>
            <a:off x="0" y="1695518"/>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BE4B3C03-E31F-77F7-02F0-8C25E1C62792}"/>
              </a:ext>
            </a:extLst>
          </p:cNvPr>
          <p:cNvCxnSpPr>
            <a:cxnSpLocks/>
          </p:cNvCxnSpPr>
          <p:nvPr/>
        </p:nvCxnSpPr>
        <p:spPr>
          <a:xfrm>
            <a:off x="3318170" y="1695518"/>
            <a:ext cx="0" cy="5162482"/>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1896389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1152143"/>
            <a:ext cx="4350052" cy="2620959"/>
          </a:xfrm>
        </p:spPr>
        <p:txBody>
          <a:bodyPr vert="horz" lIns="91440" tIns="45720" rIns="91440" bIns="45720" rtlCol="0" anchor="t">
            <a:normAutofit/>
          </a:bodyPr>
          <a:lstStyle>
            <a:lvl1pPr>
              <a:defRPr lang="en-US" sz="7200"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5364000" y="210312"/>
            <a:ext cx="1569350" cy="411480"/>
          </a:xfrm>
        </p:spPr>
        <p:txBody>
          <a:bodyPr/>
          <a:lstStyle/>
          <a:p>
            <a:fld id="{B534C9EB-6793-4BE3-BB6C-BE53FADDC8D1}" type="datetime1">
              <a:rPr lang="en-US" smtClean="0"/>
              <a:t>2/9/2026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4089769"/>
            <a:ext cx="4921917" cy="2777751"/>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58383" y="1152144"/>
            <a:ext cx="6414499" cy="5401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7" name="Straight Connector 6">
            <a:extLst>
              <a:ext uri="{FF2B5EF4-FFF2-40B4-BE49-F238E27FC236}">
                <a16:creationId xmlns:a16="http://schemas.microsoft.com/office/drawing/2014/main" id="{788F70BF-1865-3761-955D-0621AA22B818}"/>
              </a:ext>
            </a:extLst>
          </p:cNvPr>
          <p:cNvCxnSpPr>
            <a:cxnSpLocks/>
          </p:cNvCxnSpPr>
          <p:nvPr/>
        </p:nvCxnSpPr>
        <p:spPr>
          <a:xfrm>
            <a:off x="0" y="4083425"/>
            <a:ext cx="4921917"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8F7E856F-6265-38B0-6F7D-95063C760CBC}"/>
              </a:ext>
            </a:extLst>
          </p:cNvPr>
          <p:cNvCxnSpPr>
            <a:cxnSpLocks/>
          </p:cNvCxnSpPr>
          <p:nvPr/>
        </p:nvCxnSpPr>
        <p:spPr>
          <a:xfrm>
            <a:off x="4925804" y="784893"/>
            <a:ext cx="0" cy="607310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4657920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ontent with Picture 2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7874" y="5197449"/>
            <a:ext cx="4244126" cy="1463040"/>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5358383" y="210312"/>
            <a:ext cx="1569350" cy="411480"/>
          </a:xfrm>
        </p:spPr>
        <p:txBody>
          <a:bodyPr/>
          <a:lstStyle/>
          <a:p>
            <a:fld id="{0E608933-3727-45F8-8E35-F46170696AC2}" type="datetime1">
              <a:rPr lang="en-US" smtClean="0"/>
              <a:t>2/9/2026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794335"/>
            <a:ext cx="4921917" cy="4047478"/>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58384" y="1152144"/>
            <a:ext cx="6382512" cy="53400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7" name="Straight Connector 6">
            <a:extLst>
              <a:ext uri="{FF2B5EF4-FFF2-40B4-BE49-F238E27FC236}">
                <a16:creationId xmlns:a16="http://schemas.microsoft.com/office/drawing/2014/main" id="{788F70BF-1865-3761-955D-0621AA22B818}"/>
              </a:ext>
            </a:extLst>
          </p:cNvPr>
          <p:cNvCxnSpPr>
            <a:cxnSpLocks/>
          </p:cNvCxnSpPr>
          <p:nvPr/>
        </p:nvCxnSpPr>
        <p:spPr>
          <a:xfrm>
            <a:off x="0" y="4841814"/>
            <a:ext cx="4921917"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8F7E856F-6265-38B0-6F7D-95063C760CBC}"/>
              </a:ext>
            </a:extLst>
          </p:cNvPr>
          <p:cNvCxnSpPr>
            <a:cxnSpLocks/>
          </p:cNvCxnSpPr>
          <p:nvPr/>
        </p:nvCxnSpPr>
        <p:spPr>
          <a:xfrm>
            <a:off x="4925804" y="784893"/>
            <a:ext cx="0" cy="607310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9876704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Number Large">
    <p:bg>
      <p:bgPr>
        <a:solidFill>
          <a:schemeClr val="bg2">
            <a:lumMod val="90000"/>
            <a:alpha val="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571232" y="1188720"/>
            <a:ext cx="4069080" cy="4480560"/>
          </a:xfrm>
        </p:spPr>
        <p:txBody>
          <a:bodyPr anchor="ctr">
            <a:normAutofit/>
          </a:bodyPr>
          <a:lstStyle>
            <a:lvl1pPr>
              <a:lnSpc>
                <a:spcPct val="110000"/>
              </a:lnSpc>
              <a:defRPr sz="2800" cap="none" baseline="0">
                <a:solidFill>
                  <a:schemeClr val="tx2"/>
                </a:solidFill>
                <a:latin typeface="+mn-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448056" y="1609344"/>
            <a:ext cx="6775704" cy="4151376"/>
          </a:xfrm>
        </p:spPr>
        <p:txBody>
          <a:bodyPr vert="horz" lIns="91440" tIns="45720" rIns="91440" bIns="45720" rtlCol="0" anchor="ctr">
            <a:normAutofit/>
          </a:bodyPr>
          <a:lstStyle>
            <a:lvl1pPr marL="0" indent="0" algn="r">
              <a:lnSpc>
                <a:spcPct val="70000"/>
              </a:lnSpc>
              <a:buNone/>
              <a:defRPr lang="en-US" sz="33400" dirty="0">
                <a:solidFill>
                  <a:schemeClr val="accent1"/>
                </a:solidFill>
                <a:latin typeface="+mj-lt"/>
              </a:defRPr>
            </a:lvl1pPr>
            <a:lvl2pPr marL="457200" indent="0">
              <a:buNone/>
              <a:defRPr lang="en-US" dirty="0">
                <a:solidFill>
                  <a:schemeClr val="accent3">
                    <a:lumMod val="20000"/>
                    <a:lumOff val="80000"/>
                  </a:schemeClr>
                </a:solidFill>
              </a:defRPr>
            </a:lvl2pPr>
            <a:lvl3pPr>
              <a:defRPr lang="en-US" dirty="0">
                <a:solidFill>
                  <a:schemeClr val="accent3">
                    <a:lumMod val="20000"/>
                    <a:lumOff val="80000"/>
                  </a:schemeClr>
                </a:solidFill>
              </a:defRPr>
            </a:lvl3pPr>
            <a:lvl4pPr>
              <a:defRPr lang="en-US" dirty="0">
                <a:solidFill>
                  <a:schemeClr val="accent3">
                    <a:lumMod val="20000"/>
                    <a:lumOff val="80000"/>
                  </a:schemeClr>
                </a:solidFill>
              </a:defRPr>
            </a:lvl4pPr>
            <a:lvl5pPr>
              <a:defRPr lang="en-US" dirty="0">
                <a:solidFill>
                  <a:schemeClr val="accent3">
                    <a:lumMod val="20000"/>
                    <a:lumOff val="80000"/>
                  </a:schemeClr>
                </a:solidFill>
              </a:defRPr>
            </a:lvl5pPr>
          </a:lstStyle>
          <a:p>
            <a:pPr lvl="0"/>
            <a:r>
              <a:rPr lang="en-US" dirty="0"/>
              <a:t>#%</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normAutofit/>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normAutofit/>
          </a:bodyPr>
          <a:lstStyle>
            <a:lvl1pPr>
              <a:defRPr>
                <a:solidFill>
                  <a:schemeClr val="tx2"/>
                </a:solidFill>
              </a:defRPr>
            </a:lvl1pPr>
          </a:lstStyle>
          <a:p>
            <a:fld id="{05B29ED0-7871-4976-8402-1756C1FAC1EA}" type="datetime1">
              <a:rPr lang="en-US" smtClean="0"/>
              <a:t>2/9/2026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normAutofit/>
          </a:bodyPr>
          <a:lstStyle>
            <a:lvl1pPr>
              <a:defRPr>
                <a:solidFill>
                  <a:schemeClr val="tx2"/>
                </a:solidFill>
              </a:defRPr>
            </a:lvl1pPr>
          </a:lstStyle>
          <a:p>
            <a:fld id="{753D0FD4-819D-4187-8797-C35567B41C78}" type="slidenum">
              <a:rPr lang="en-US" smtClean="0"/>
              <a:t>‹#›</a:t>
            </a:fld>
            <a:endParaRPr lang="en-US"/>
          </a:p>
        </p:txBody>
      </p:sp>
      <p:cxnSp>
        <p:nvCxnSpPr>
          <p:cNvPr id="10" name="Straight Connector 9">
            <a:extLst>
              <a:ext uri="{FF2B5EF4-FFF2-40B4-BE49-F238E27FC236}">
                <a16:creationId xmlns:a16="http://schemas.microsoft.com/office/drawing/2014/main" id="{C34144DB-F44E-C5EB-68A1-D39E3F401C4E}"/>
              </a:ext>
            </a:extLst>
          </p:cNvPr>
          <p:cNvCxnSpPr>
            <a:cxnSpLocks/>
          </p:cNvCxnSpPr>
          <p:nvPr/>
        </p:nvCxnSpPr>
        <p:spPr>
          <a:xfrm>
            <a:off x="0" y="6069441"/>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47948243"/>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Number Larg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20624" y="5349240"/>
            <a:ext cx="11414692" cy="1225296"/>
          </a:xfrm>
        </p:spPr>
        <p:txBody>
          <a:bodyPr anchor="t">
            <a:normAutofit/>
          </a:bodyPr>
          <a:lstStyle>
            <a:lvl1pPr>
              <a:lnSpc>
                <a:spcPct val="80000"/>
              </a:lnSpc>
              <a:defRPr sz="4000" cap="all" spc="100" baseline="0">
                <a:solidFill>
                  <a:schemeClr val="tx2"/>
                </a:solidFill>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219455" y="1188321"/>
            <a:ext cx="11615861" cy="4258079"/>
          </a:xfrm>
        </p:spPr>
        <p:txBody>
          <a:bodyPr vert="horz" lIns="91440" tIns="45720" rIns="91440" bIns="45720" rtlCol="0" anchor="b">
            <a:normAutofit/>
          </a:bodyPr>
          <a:lstStyle>
            <a:lvl1pPr marL="0" indent="0">
              <a:lnSpc>
                <a:spcPct val="70000"/>
              </a:lnSpc>
              <a:buNone/>
              <a:defRPr lang="en-US" sz="40100" dirty="0">
                <a:ln>
                  <a:solidFill>
                    <a:schemeClr val="tx2"/>
                  </a:solidFill>
                </a:ln>
                <a:solidFill>
                  <a:schemeClr val="bg2"/>
                </a:solidFill>
                <a:latin typeface="+mj-lt"/>
              </a:defRPr>
            </a:lvl1pPr>
          </a:lstStyle>
          <a:p>
            <a:pPr lvl="0"/>
            <a:r>
              <a:rPr lang="en-US" dirty="0"/>
              <a:t>#%</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normAutofit/>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normAutofit/>
          </a:bodyPr>
          <a:lstStyle>
            <a:lvl1pPr>
              <a:defRPr>
                <a:solidFill>
                  <a:schemeClr val="tx2"/>
                </a:solidFill>
              </a:defRPr>
            </a:lvl1pPr>
          </a:lstStyle>
          <a:p>
            <a:fld id="{FFB8A85C-40AB-478D-AA51-CA7D29CEF737}" type="datetime1">
              <a:rPr lang="en-US" smtClean="0"/>
              <a:t>2/9/2026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normAutofit/>
          </a:bodyPr>
          <a:lstStyle>
            <a:lvl1pPr>
              <a:defRPr>
                <a:solidFill>
                  <a:schemeClr val="tx2"/>
                </a:solidFill>
              </a:defRPr>
            </a:lvl1p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367407E9-9629-73EA-8583-87EC092046E4}"/>
              </a:ext>
            </a:extLst>
          </p:cNvPr>
          <p:cNvCxnSpPr>
            <a:cxnSpLocks/>
          </p:cNvCxnSpPr>
          <p:nvPr/>
        </p:nvCxnSpPr>
        <p:spPr>
          <a:xfrm>
            <a:off x="0" y="5055918"/>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A1EB09F8-0C93-A873-28FE-48A38B4CEAD9}"/>
              </a:ext>
            </a:extLst>
          </p:cNvPr>
          <p:cNvCxnSpPr>
            <a:cxnSpLocks/>
          </p:cNvCxnSpPr>
          <p:nvPr/>
        </p:nvCxnSpPr>
        <p:spPr>
          <a:xfrm>
            <a:off x="0" y="788718"/>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93759223"/>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Number Larg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571232" y="1188720"/>
            <a:ext cx="4069080" cy="4480560"/>
          </a:xfrm>
        </p:spPr>
        <p:txBody>
          <a:bodyPr anchor="ctr">
            <a:normAutofit/>
          </a:bodyPr>
          <a:lstStyle>
            <a:lvl1pPr>
              <a:lnSpc>
                <a:spcPct val="110000"/>
              </a:lnSpc>
              <a:defRPr sz="2800" cap="none" baseline="0">
                <a:solidFill>
                  <a:schemeClr val="tx2"/>
                </a:solidFill>
                <a:latin typeface="+mn-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448056" y="1609344"/>
            <a:ext cx="6775704" cy="4151376"/>
          </a:xfrm>
        </p:spPr>
        <p:txBody>
          <a:bodyPr vert="horz" lIns="91440" tIns="45720" rIns="91440" bIns="45720" rtlCol="0" anchor="ctr">
            <a:normAutofit/>
          </a:bodyPr>
          <a:lstStyle>
            <a:lvl1pPr marL="0" indent="0" algn="r">
              <a:lnSpc>
                <a:spcPct val="70000"/>
              </a:lnSpc>
              <a:buNone/>
              <a:defRPr lang="en-US" sz="33400" dirty="0">
                <a:solidFill>
                  <a:schemeClr val="tx2"/>
                </a:solidFill>
                <a:latin typeface="+mj-lt"/>
              </a:defRPr>
            </a:lvl1pPr>
            <a:lvl2pPr marL="457200" indent="0">
              <a:buNone/>
              <a:defRPr lang="en-US" dirty="0">
                <a:solidFill>
                  <a:schemeClr val="accent3">
                    <a:lumMod val="20000"/>
                    <a:lumOff val="80000"/>
                  </a:schemeClr>
                </a:solidFill>
              </a:defRPr>
            </a:lvl2pPr>
            <a:lvl3pPr>
              <a:defRPr lang="en-US" dirty="0">
                <a:solidFill>
                  <a:schemeClr val="accent3">
                    <a:lumMod val="20000"/>
                    <a:lumOff val="80000"/>
                  </a:schemeClr>
                </a:solidFill>
              </a:defRPr>
            </a:lvl3pPr>
            <a:lvl4pPr>
              <a:defRPr lang="en-US" dirty="0">
                <a:solidFill>
                  <a:schemeClr val="accent3">
                    <a:lumMod val="20000"/>
                    <a:lumOff val="80000"/>
                  </a:schemeClr>
                </a:solidFill>
              </a:defRPr>
            </a:lvl4pPr>
            <a:lvl5pPr>
              <a:defRPr lang="en-US" dirty="0">
                <a:solidFill>
                  <a:schemeClr val="accent3">
                    <a:lumMod val="20000"/>
                    <a:lumOff val="80000"/>
                  </a:schemeClr>
                </a:solidFill>
              </a:defRPr>
            </a:lvl5pPr>
          </a:lstStyle>
          <a:p>
            <a:pPr lvl="0"/>
            <a:r>
              <a:rPr lang="en-US" dirty="0"/>
              <a:t>#%</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lvl1pPr>
              <a:defRPr>
                <a:solidFill>
                  <a:schemeClr val="tx2"/>
                </a:solidFill>
              </a:defRPr>
            </a:lvl1pPr>
          </a:lstStyle>
          <a:p>
            <a:fld id="{FEA22AB6-0BB7-4DCA-85DA-8246194506D3}" type="datetime1">
              <a:rPr lang="en-US" smtClean="0"/>
              <a:t>2/9/2026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lvl1pPr>
              <a:defRPr>
                <a:solidFill>
                  <a:schemeClr val="tx2"/>
                </a:solidFill>
              </a:defRPr>
            </a:lvl1pPr>
          </a:lstStyle>
          <a:p>
            <a:fld id="{753D0FD4-819D-4187-8797-C35567B41C78}" type="slidenum">
              <a:rPr lang="en-US" smtClean="0"/>
              <a:t>‹#›</a:t>
            </a:fld>
            <a:endParaRPr lang="en-US"/>
          </a:p>
        </p:txBody>
      </p:sp>
      <p:cxnSp>
        <p:nvCxnSpPr>
          <p:cNvPr id="10" name="Straight Connector 9">
            <a:extLst>
              <a:ext uri="{FF2B5EF4-FFF2-40B4-BE49-F238E27FC236}">
                <a16:creationId xmlns:a16="http://schemas.microsoft.com/office/drawing/2014/main" id="{C34144DB-F44E-C5EB-68A1-D39E3F401C4E}"/>
              </a:ext>
            </a:extLst>
          </p:cNvPr>
          <p:cNvCxnSpPr>
            <a:cxnSpLocks/>
          </p:cNvCxnSpPr>
          <p:nvPr/>
        </p:nvCxnSpPr>
        <p:spPr>
          <a:xfrm>
            <a:off x="0" y="6069441"/>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088099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 preserve="1">
  <p:cSld name="Number Large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1480" y="5172725"/>
            <a:ext cx="11356848" cy="777240"/>
          </a:xfrm>
        </p:spPr>
        <p:txBody>
          <a:bodyPr anchor="ctr">
            <a:normAutofit/>
          </a:bodyPr>
          <a:lstStyle>
            <a:lvl1pPr algn="ctr">
              <a:lnSpc>
                <a:spcPct val="110000"/>
              </a:lnSpc>
              <a:defRPr sz="2000" cap="all" spc="100" baseline="0">
                <a:solidFill>
                  <a:schemeClr val="tx2">
                    <a:lumMod val="90000"/>
                  </a:schemeClr>
                </a:solidFill>
                <a:latin typeface="+mn-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822960" y="1201036"/>
            <a:ext cx="10543032" cy="4050792"/>
          </a:xfrm>
        </p:spPr>
        <p:txBody>
          <a:bodyPr vert="horz" lIns="91440" tIns="45720" rIns="91440" bIns="45720" rtlCol="0" anchor="t">
            <a:normAutofit/>
          </a:bodyPr>
          <a:lstStyle>
            <a:lvl1pPr marL="0" indent="0" algn="ctr">
              <a:lnSpc>
                <a:spcPct val="70000"/>
              </a:lnSpc>
              <a:buNone/>
              <a:defRPr lang="en-US" sz="40100" dirty="0">
                <a:solidFill>
                  <a:schemeClr val="tx2">
                    <a:lumMod val="90000"/>
                  </a:schemeClr>
                </a:solidFill>
                <a:latin typeface="+mj-lt"/>
              </a:defRPr>
            </a:lvl1pPr>
            <a:lvl2pPr marL="457200" indent="0">
              <a:buNone/>
              <a:defRPr lang="en-US" dirty="0">
                <a:solidFill>
                  <a:schemeClr val="accent3">
                    <a:lumMod val="20000"/>
                    <a:lumOff val="80000"/>
                  </a:schemeClr>
                </a:solidFill>
              </a:defRPr>
            </a:lvl2pPr>
            <a:lvl3pPr>
              <a:defRPr lang="en-US" dirty="0">
                <a:solidFill>
                  <a:schemeClr val="accent3">
                    <a:lumMod val="20000"/>
                    <a:lumOff val="80000"/>
                  </a:schemeClr>
                </a:solidFill>
              </a:defRPr>
            </a:lvl3pPr>
            <a:lvl4pPr>
              <a:defRPr lang="en-US" dirty="0">
                <a:solidFill>
                  <a:schemeClr val="accent3">
                    <a:lumMod val="20000"/>
                    <a:lumOff val="80000"/>
                  </a:schemeClr>
                </a:solidFill>
              </a:defRPr>
            </a:lvl4pPr>
            <a:lvl5pPr>
              <a:defRPr lang="en-US" dirty="0">
                <a:solidFill>
                  <a:schemeClr val="accent3">
                    <a:lumMod val="20000"/>
                    <a:lumOff val="80000"/>
                  </a:schemeClr>
                </a:solidFill>
              </a:defRPr>
            </a:lvl5pPr>
          </a:lstStyle>
          <a:p>
            <a:pPr lvl="0"/>
            <a:r>
              <a:rPr lang="en-US" dirty="0"/>
              <a:t>##%</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254495"/>
            <a:ext cx="2962656" cy="411480"/>
          </a:xfrm>
        </p:spPr>
        <p:txBody>
          <a:bodyPr/>
          <a:lstStyle>
            <a:lvl1pPr>
              <a:defRPr>
                <a:solidFill>
                  <a:schemeClr val="tx2">
                    <a:lumMod val="90000"/>
                  </a:schemeClr>
                </a:solidFill>
              </a:defRPr>
            </a:lvl1p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6254495"/>
            <a:ext cx="1679642" cy="411480"/>
          </a:xfrm>
        </p:spPr>
        <p:txBody>
          <a:bodyPr/>
          <a:lstStyle>
            <a:lvl1pPr>
              <a:defRPr>
                <a:solidFill>
                  <a:schemeClr val="tx2">
                    <a:lumMod val="90000"/>
                  </a:schemeClr>
                </a:solidFill>
              </a:defRPr>
            </a:lvl1pPr>
          </a:lstStyle>
          <a:p>
            <a:fld id="{C5FEC425-38EB-4C31-A115-909870F4944E}" type="datetime1">
              <a:rPr lang="en-US" smtClean="0"/>
              <a:t>2/9/2026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254496"/>
            <a:ext cx="546447" cy="413360"/>
          </a:xfrm>
        </p:spPr>
        <p:txBody>
          <a:bodyPr/>
          <a:lstStyle>
            <a:lvl1pPr>
              <a:defRPr>
                <a:solidFill>
                  <a:schemeClr val="tx2">
                    <a:lumMod val="90000"/>
                  </a:schemeClr>
                </a:solidFill>
              </a:defRPr>
            </a:lvl1pPr>
          </a:lstStyle>
          <a:p>
            <a:fld id="{753D0FD4-819D-4187-8797-C35567B41C78}" type="slidenum">
              <a:rPr lang="en-US" smtClean="0"/>
              <a:t>‹#›</a:t>
            </a:fld>
            <a:endParaRPr lang="en-US"/>
          </a:p>
        </p:txBody>
      </p:sp>
      <p:cxnSp>
        <p:nvCxnSpPr>
          <p:cNvPr id="10" name="Straight Connector 9">
            <a:extLst>
              <a:ext uri="{FF2B5EF4-FFF2-40B4-BE49-F238E27FC236}">
                <a16:creationId xmlns:a16="http://schemas.microsoft.com/office/drawing/2014/main" id="{2059084B-1C57-0F86-56B0-E7DC2934BA40}"/>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3344636A-F38C-DF3B-6439-B5B73A797B53}"/>
              </a:ext>
            </a:extLst>
          </p:cNvPr>
          <p:cNvCxnSpPr>
            <a:cxnSpLocks/>
          </p:cNvCxnSpPr>
          <p:nvPr/>
        </p:nvCxnSpPr>
        <p:spPr>
          <a:xfrm>
            <a:off x="0" y="5274776"/>
            <a:ext cx="12192000" cy="0"/>
          </a:xfrm>
          <a:prstGeom prst="line">
            <a:avLst/>
          </a:prstGeom>
          <a:ln w="9525">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34270668"/>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cSld name="Statement">
    <p:bg>
      <p:bgPr>
        <a:solidFill>
          <a:schemeClr val="bg2">
            <a:lumMod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17773" y="914400"/>
            <a:ext cx="10045427" cy="4464554"/>
          </a:xfrm>
        </p:spPr>
        <p:txBody>
          <a:bodyPr anchor="ctr">
            <a:noAutofit/>
          </a:bodyPr>
          <a:lstStyle>
            <a:lvl1pPr marL="0" indent="0">
              <a:lnSpc>
                <a:spcPct val="75000"/>
              </a:lnSpc>
              <a:buNone/>
              <a:defRPr sz="8800" b="0">
                <a:solidFill>
                  <a:schemeClr val="tx2"/>
                </a:solidFill>
                <a:latin typeface="+mj-lt"/>
              </a:defRPr>
            </a:lvl1pPr>
            <a:lvl2pPr marL="228600" indent="0">
              <a:lnSpc>
                <a:spcPct val="100000"/>
              </a:lnSpc>
              <a:buNone/>
              <a:defRPr sz="8000" b="0">
                <a:solidFill>
                  <a:schemeClr val="tx2"/>
                </a:solidFill>
                <a:latin typeface="+mj-lt"/>
              </a:defRPr>
            </a:lvl2pPr>
            <a:lvl3pPr marL="457200" indent="0">
              <a:lnSpc>
                <a:spcPct val="100000"/>
              </a:lnSpc>
              <a:buNone/>
              <a:defRPr sz="7200" b="0">
                <a:solidFill>
                  <a:schemeClr val="tx2"/>
                </a:solidFill>
                <a:latin typeface="+mj-lt"/>
              </a:defRPr>
            </a:lvl3pPr>
            <a:lvl4pPr marL="685800" indent="0">
              <a:lnSpc>
                <a:spcPct val="100000"/>
              </a:lnSpc>
              <a:buNone/>
              <a:defRPr sz="6600" b="0">
                <a:solidFill>
                  <a:schemeClr val="tx2"/>
                </a:solidFill>
                <a:latin typeface="+mj-lt"/>
              </a:defRPr>
            </a:lvl4pPr>
            <a:lvl5pPr marL="914400" indent="0">
              <a:lnSpc>
                <a:spcPct val="100000"/>
              </a:lnSpc>
              <a:buNone/>
              <a:defRPr sz="6000" b="0">
                <a:solidFill>
                  <a:schemeClr val="tx2"/>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317773" y="6263640"/>
            <a:ext cx="2963692" cy="413360"/>
          </a:xfrm>
        </p:spPr>
        <p:txBody>
          <a:bodyPr/>
          <a:lstStyle/>
          <a:p>
            <a:r>
              <a:rPr lang="en-US" dirty="0"/>
              <a:t>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7680069" y="6263640"/>
            <a:ext cx="1921315" cy="413360"/>
          </a:xfrm>
        </p:spPr>
        <p:txBody>
          <a:bodyPr/>
          <a:lstStyle/>
          <a:p>
            <a:fld id="{453B8C54-B76A-4DD8-BD0B-11200408342B}" type="datetime1">
              <a:rPr lang="en-US" smtClean="0"/>
              <a:t>2/9/2026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288870" y="6263640"/>
            <a:ext cx="546447" cy="413360"/>
          </a:xfrm>
        </p:spPr>
        <p:txBody>
          <a:bodyPr/>
          <a:lstStyle/>
          <a:p>
            <a:fld id="{753D0FD4-819D-4187-8797-C35567B41C78}" type="slidenum">
              <a:rPr lang="en-US" smtClean="0"/>
              <a:t>‹#›</a:t>
            </a:fld>
            <a:endParaRPr lang="en-US" dirty="0"/>
          </a:p>
        </p:txBody>
      </p:sp>
      <p:cxnSp>
        <p:nvCxnSpPr>
          <p:cNvPr id="6" name="Straight Connector 5">
            <a:extLst>
              <a:ext uri="{FF2B5EF4-FFF2-40B4-BE49-F238E27FC236}">
                <a16:creationId xmlns:a16="http://schemas.microsoft.com/office/drawing/2014/main" id="{1A935D4C-A027-60A0-BEB8-B1A89C1C5E3A}"/>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58823852"/>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Statement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2"/>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2576945" y="1341912"/>
            <a:ext cx="7024439" cy="4120737"/>
          </a:xfrm>
        </p:spPr>
        <p:txBody>
          <a:bodyPr anchor="ctr">
            <a:normAutofit/>
          </a:bodyPr>
          <a:lstStyle>
            <a:lvl1pPr marL="0" indent="0" algn="ctr">
              <a:lnSpc>
                <a:spcPct val="75000"/>
              </a:lnSpc>
              <a:buNone/>
              <a:defRPr sz="5400" b="0">
                <a:solidFill>
                  <a:schemeClr val="tx2"/>
                </a:solidFill>
                <a:latin typeface="+mj-lt"/>
              </a:defRPr>
            </a:lvl1pPr>
            <a:lvl2pPr marL="228600" indent="0" algn="ctr">
              <a:lnSpc>
                <a:spcPct val="75000"/>
              </a:lnSpc>
              <a:buNone/>
              <a:defRPr sz="4800" b="0">
                <a:solidFill>
                  <a:schemeClr val="tx2"/>
                </a:solidFill>
                <a:latin typeface="+mj-lt"/>
              </a:defRPr>
            </a:lvl2pPr>
            <a:lvl3pPr marL="457200" indent="0" algn="ctr">
              <a:lnSpc>
                <a:spcPct val="75000"/>
              </a:lnSpc>
              <a:buNone/>
              <a:defRPr sz="4400" b="0">
                <a:solidFill>
                  <a:schemeClr val="tx2"/>
                </a:solidFill>
                <a:latin typeface="+mj-lt"/>
              </a:defRPr>
            </a:lvl3pPr>
            <a:lvl4pPr marL="685800" indent="0" algn="ctr">
              <a:lnSpc>
                <a:spcPct val="75000"/>
              </a:lnSpc>
              <a:buNone/>
              <a:defRPr sz="4000" b="0">
                <a:solidFill>
                  <a:schemeClr val="tx2"/>
                </a:solidFill>
                <a:latin typeface="+mj-lt"/>
              </a:defRPr>
            </a:lvl4pPr>
            <a:lvl5pPr marL="914400" indent="0" algn="ctr">
              <a:lnSpc>
                <a:spcPct val="75000"/>
              </a:lnSpc>
              <a:buNone/>
              <a:defRPr sz="3600" b="0">
                <a:solidFill>
                  <a:schemeClr val="tx2"/>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317773" y="6264164"/>
            <a:ext cx="2963692" cy="413360"/>
          </a:xfrm>
        </p:spPr>
        <p:txBody>
          <a:bodyPr/>
          <a:lstStyle>
            <a:lvl1pPr>
              <a:defRPr>
                <a:solidFill>
                  <a:schemeClr val="tx2"/>
                </a:solidFill>
              </a:defRPr>
            </a:lvl1pPr>
          </a:lstStyle>
          <a:p>
            <a:r>
              <a:rPr lang="en-US" dirty="0"/>
              <a:t>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7921742" y="6264164"/>
            <a:ext cx="1679642" cy="413360"/>
          </a:xfrm>
        </p:spPr>
        <p:txBody>
          <a:bodyPr/>
          <a:lstStyle>
            <a:lvl1pPr>
              <a:defRPr>
                <a:solidFill>
                  <a:schemeClr val="tx2"/>
                </a:solidFill>
              </a:defRPr>
            </a:lvl1pPr>
          </a:lstStyle>
          <a:p>
            <a:fld id="{66BE189A-7DFE-4578-A781-50D475212B90}" type="datetime1">
              <a:rPr lang="en-US" smtClean="0"/>
              <a:t>2/9/2026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288870" y="6264164"/>
            <a:ext cx="546447" cy="413360"/>
          </a:xfrm>
        </p:spPr>
        <p:txBody>
          <a:bodyPr/>
          <a:lstStyle>
            <a:lvl1pPr>
              <a:defRPr>
                <a:solidFill>
                  <a:schemeClr val="tx2"/>
                </a:solidFill>
              </a:defRPr>
            </a:lvl1pPr>
          </a:lstStyle>
          <a:p>
            <a:fld id="{753D0FD4-819D-4187-8797-C35567B41C78}" type="slidenum">
              <a:rPr lang="en-US" smtClean="0"/>
              <a:t>‹#›</a:t>
            </a:fld>
            <a:endParaRPr lang="en-US"/>
          </a:p>
        </p:txBody>
      </p:sp>
      <p:cxnSp>
        <p:nvCxnSpPr>
          <p:cNvPr id="6" name="Straight Connector 5">
            <a:extLst>
              <a:ext uri="{FF2B5EF4-FFF2-40B4-BE49-F238E27FC236}">
                <a16:creationId xmlns:a16="http://schemas.microsoft.com/office/drawing/2014/main" id="{236ED6FE-B4BC-74F3-6CA8-3B4200CEE7FD}"/>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2008063B-506A-41A1-A6EA-745A876C5191}"/>
              </a:ext>
            </a:extLst>
          </p:cNvPr>
          <p:cNvCxnSpPr>
            <a:cxnSpLocks/>
          </p:cNvCxnSpPr>
          <p:nvPr/>
        </p:nvCxnSpPr>
        <p:spPr>
          <a:xfrm>
            <a:off x="0" y="781627"/>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42758C90-B148-7153-9C80-0F1076997894}"/>
              </a:ext>
            </a:extLst>
          </p:cNvPr>
          <p:cNvCxnSpPr>
            <a:cxnSpLocks/>
          </p:cNvCxnSpPr>
          <p:nvPr/>
        </p:nvCxnSpPr>
        <p:spPr>
          <a:xfrm>
            <a:off x="1693484" y="781627"/>
            <a:ext cx="0" cy="5276273"/>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75474C37-D361-EDB7-BCC5-35E1A6EC3D9B}"/>
              </a:ext>
            </a:extLst>
          </p:cNvPr>
          <p:cNvCxnSpPr>
            <a:cxnSpLocks/>
          </p:cNvCxnSpPr>
          <p:nvPr/>
        </p:nvCxnSpPr>
        <p:spPr>
          <a:xfrm>
            <a:off x="10491119" y="781627"/>
            <a:ext cx="0" cy="5276273"/>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20901390"/>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tatement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51725" y="1940090"/>
            <a:ext cx="10392476" cy="4614714"/>
          </a:xfrm>
        </p:spPr>
        <p:txBody>
          <a:bodyPr anchor="b">
            <a:noAutofit/>
          </a:bodyPr>
          <a:lstStyle>
            <a:lvl1pPr marL="0" indent="0">
              <a:lnSpc>
                <a:spcPct val="73000"/>
              </a:lnSpc>
              <a:buNone/>
              <a:defRPr sz="9600" b="0" cap="all" baseline="0">
                <a:solidFill>
                  <a:schemeClr val="tx2">
                    <a:lumMod val="75000"/>
                  </a:schemeClr>
                </a:solidFill>
                <a:latin typeface="+mj-lt"/>
              </a:defRPr>
            </a:lvl1pPr>
            <a:lvl2pPr marL="228600" indent="0">
              <a:lnSpc>
                <a:spcPct val="73000"/>
              </a:lnSpc>
              <a:buNone/>
              <a:defRPr sz="8800" b="0" cap="all" baseline="0">
                <a:solidFill>
                  <a:schemeClr val="tx2">
                    <a:lumMod val="75000"/>
                  </a:schemeClr>
                </a:solidFill>
                <a:latin typeface="+mj-lt"/>
              </a:defRPr>
            </a:lvl2pPr>
            <a:lvl3pPr marL="457200" indent="0">
              <a:lnSpc>
                <a:spcPct val="73000"/>
              </a:lnSpc>
              <a:buNone/>
              <a:defRPr sz="8000" b="0" cap="all" baseline="0">
                <a:solidFill>
                  <a:schemeClr val="tx2">
                    <a:lumMod val="75000"/>
                  </a:schemeClr>
                </a:solidFill>
                <a:latin typeface="+mj-lt"/>
              </a:defRPr>
            </a:lvl3pPr>
            <a:lvl4pPr marL="685800" indent="0">
              <a:lnSpc>
                <a:spcPct val="73000"/>
              </a:lnSpc>
              <a:buNone/>
              <a:defRPr sz="7200" b="0" cap="all" baseline="0">
                <a:solidFill>
                  <a:schemeClr val="tx2">
                    <a:lumMod val="75000"/>
                  </a:schemeClr>
                </a:solidFill>
                <a:latin typeface="+mj-lt"/>
              </a:defRPr>
            </a:lvl4pPr>
            <a:lvl5pPr marL="914400" indent="0">
              <a:lnSpc>
                <a:spcPct val="73000"/>
              </a:lnSpc>
              <a:buNone/>
              <a:defRPr sz="6600" b="0" cap="all" baseline="0">
                <a:solidFill>
                  <a:schemeClr val="tx2">
                    <a:lumMod val="75000"/>
                  </a:schemeClr>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2">
                    <a:lumMod val="90000"/>
                  </a:schemeClr>
                </a:solidFill>
              </a:defRPr>
            </a:lvl1pPr>
          </a:lstStyle>
          <a:p>
            <a:r>
              <a:rPr lang="en-US" dirty="0"/>
              <a:t>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2">
                    <a:lumMod val="90000"/>
                  </a:schemeClr>
                </a:solidFill>
              </a:defRPr>
            </a:lvl1pPr>
          </a:lstStyle>
          <a:p>
            <a:fld id="{386F9640-8612-4EBB-94A3-9F5B3C3C1651}" type="datetime1">
              <a:rPr lang="en-US" smtClean="0"/>
              <a:t>2/9/2026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lumMod val="90000"/>
                  </a:schemeClr>
                </a:solidFill>
              </a:defRPr>
            </a:lvl1p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3EBBBFEC-32A4-8333-CEC0-6858CB1833EF}"/>
              </a:ext>
            </a:extLst>
          </p:cNvPr>
          <p:cNvCxnSpPr>
            <a:cxnSpLocks/>
          </p:cNvCxnSpPr>
          <p:nvPr/>
        </p:nvCxnSpPr>
        <p:spPr>
          <a:xfrm>
            <a:off x="0" y="789563"/>
            <a:ext cx="12192000" cy="0"/>
          </a:xfrm>
          <a:prstGeom prst="line">
            <a:avLst/>
          </a:prstGeom>
          <a:ln w="9525">
            <a:solidFill>
              <a:schemeClr val="tx2">
                <a:lumMod val="9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68178486"/>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Statement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723098" y="-1133856"/>
            <a:ext cx="10090646" cy="914400"/>
          </a:xfrm>
        </p:spPr>
        <p:txBody>
          <a:bodyPr/>
          <a:lstStyle>
            <a:lvl1pPr>
              <a:defRPr>
                <a:solidFill>
                  <a:schemeClr val="tx2"/>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17773" y="384048"/>
            <a:ext cx="10090646" cy="4783756"/>
          </a:xfrm>
        </p:spPr>
        <p:txBody>
          <a:bodyPr anchor="t">
            <a:noAutofit/>
          </a:bodyPr>
          <a:lstStyle>
            <a:lvl1pPr marL="0" indent="0">
              <a:lnSpc>
                <a:spcPct val="100000"/>
              </a:lnSpc>
              <a:buNone/>
              <a:defRPr sz="7200" b="0">
                <a:solidFill>
                  <a:schemeClr val="accent1"/>
                </a:solidFill>
              </a:defRPr>
            </a:lvl1pPr>
            <a:lvl2pPr marL="228600" indent="0">
              <a:lnSpc>
                <a:spcPct val="100000"/>
              </a:lnSpc>
              <a:buNone/>
              <a:defRPr sz="6600" b="0">
                <a:solidFill>
                  <a:schemeClr val="accent1"/>
                </a:solidFill>
              </a:defRPr>
            </a:lvl2pPr>
            <a:lvl3pPr marL="457200" indent="0">
              <a:lnSpc>
                <a:spcPct val="100000"/>
              </a:lnSpc>
              <a:buNone/>
              <a:defRPr sz="6000" b="0">
                <a:solidFill>
                  <a:schemeClr val="accent1"/>
                </a:solidFill>
              </a:defRPr>
            </a:lvl3pPr>
            <a:lvl4pPr marL="685800" indent="0">
              <a:lnSpc>
                <a:spcPct val="100000"/>
              </a:lnSpc>
              <a:buNone/>
              <a:defRPr sz="5400" b="0">
                <a:solidFill>
                  <a:schemeClr val="accent1"/>
                </a:solidFill>
              </a:defRPr>
            </a:lvl4pPr>
            <a:lvl5pPr marL="914400" indent="0">
              <a:lnSpc>
                <a:spcPct val="100000"/>
              </a:lnSpc>
              <a:buNone/>
              <a:defRPr sz="4800" b="0">
                <a:solidFill>
                  <a:schemeClr val="accent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317773" y="6264164"/>
            <a:ext cx="2963692" cy="413360"/>
          </a:xfrm>
        </p:spPr>
        <p:txBody>
          <a:bodyPr/>
          <a:lstStyle>
            <a:lvl1pPr>
              <a:defRPr>
                <a:solidFill>
                  <a:schemeClr val="tx2"/>
                </a:solidFill>
              </a:defRPr>
            </a:lvl1pPr>
          </a:lstStyle>
          <a:p>
            <a:r>
              <a:rPr lang="en-US" dirty="0"/>
              <a:t>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7921741" y="6264164"/>
            <a:ext cx="2486677" cy="413360"/>
          </a:xfrm>
        </p:spPr>
        <p:txBody>
          <a:bodyPr/>
          <a:lstStyle>
            <a:lvl1pPr>
              <a:defRPr>
                <a:solidFill>
                  <a:schemeClr val="tx2"/>
                </a:solidFill>
              </a:defRPr>
            </a:lvl1pPr>
          </a:lstStyle>
          <a:p>
            <a:fld id="{9A3EC378-394E-4653-8FC8-8296D202D659}" type="datetime1">
              <a:rPr lang="en-US" smtClean="0"/>
              <a:t>2/9/2026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288870" y="6264164"/>
            <a:ext cx="546447" cy="413360"/>
          </a:xfrm>
        </p:spPr>
        <p:txBody>
          <a:bodyPr/>
          <a:lstStyle>
            <a:lvl1pPr>
              <a:defRPr>
                <a:solidFill>
                  <a:schemeClr val="tx2"/>
                </a:solidFill>
              </a:defRPr>
            </a:lvl1pPr>
          </a:lstStyle>
          <a:p>
            <a:fld id="{753D0FD4-819D-4187-8797-C35567B41C78}" type="slidenum">
              <a:rPr lang="en-US" smtClean="0"/>
              <a:t>‹#›</a:t>
            </a:fld>
            <a:endParaRPr lang="en-US"/>
          </a:p>
        </p:txBody>
      </p:sp>
      <p:cxnSp>
        <p:nvCxnSpPr>
          <p:cNvPr id="6" name="Straight Connector 5">
            <a:extLst>
              <a:ext uri="{FF2B5EF4-FFF2-40B4-BE49-F238E27FC236}">
                <a16:creationId xmlns:a16="http://schemas.microsoft.com/office/drawing/2014/main" id="{236ED6FE-B4BC-74F3-6CA8-3B4200CEE7FD}"/>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60510842"/>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Quot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hasCustomPrompt="1"/>
          </p:nvPr>
        </p:nvSpPr>
        <p:spPr>
          <a:xfrm>
            <a:off x="713232" y="5440220"/>
            <a:ext cx="9299448" cy="1015996"/>
          </a:xfrm>
        </p:spPr>
        <p:txBody>
          <a:bodyPr anchor="ctr">
            <a:normAutofit/>
          </a:bodyPr>
          <a:lstStyle>
            <a:lvl1pPr>
              <a:defRPr sz="2000" cap="none" baseline="0">
                <a:solidFill>
                  <a:schemeClr val="tx2"/>
                </a:solidFill>
                <a:latin typeface="+mn-lt"/>
              </a:defRPr>
            </a:lvl1pPr>
          </a:lstStyle>
          <a:p>
            <a:r>
              <a:rPr lang="en-US" dirty="0"/>
              <a:t>Quote Author</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320040" y="1170816"/>
            <a:ext cx="9692640" cy="3872159"/>
          </a:xfrm>
        </p:spPr>
        <p:txBody>
          <a:bodyPr>
            <a:normAutofit/>
          </a:bodyPr>
          <a:lstStyle>
            <a:lvl1pPr marL="274320" indent="-274320">
              <a:lnSpc>
                <a:spcPct val="70000"/>
              </a:lnSpc>
              <a:buNone/>
              <a:defRPr sz="8800" cap="all" baseline="0">
                <a:solidFill>
                  <a:schemeClr val="tx2"/>
                </a:solidFill>
                <a:latin typeface="+mj-lt"/>
              </a:defRPr>
            </a:lvl1pPr>
            <a:lvl2pPr marL="274320" indent="-274320">
              <a:lnSpc>
                <a:spcPct val="70000"/>
              </a:lnSpc>
              <a:buNone/>
              <a:defRPr sz="8000" cap="all" baseline="0">
                <a:solidFill>
                  <a:schemeClr val="accent2">
                    <a:lumMod val="20000"/>
                    <a:lumOff val="80000"/>
                  </a:schemeClr>
                </a:solidFill>
                <a:latin typeface="+mj-lt"/>
              </a:defRPr>
            </a:lvl2pPr>
            <a:lvl3pPr marL="274320" indent="-274320">
              <a:lnSpc>
                <a:spcPct val="70000"/>
              </a:lnSpc>
              <a:buNone/>
              <a:defRPr sz="7200" cap="all" baseline="0">
                <a:solidFill>
                  <a:schemeClr val="accent2">
                    <a:lumMod val="20000"/>
                    <a:lumOff val="80000"/>
                  </a:schemeClr>
                </a:solidFill>
                <a:latin typeface="+mj-lt"/>
              </a:defRPr>
            </a:lvl3pPr>
            <a:lvl4pPr marL="274320" indent="-274320">
              <a:lnSpc>
                <a:spcPct val="70000"/>
              </a:lnSpc>
              <a:buNone/>
              <a:defRPr sz="6600" cap="all" baseline="0">
                <a:solidFill>
                  <a:schemeClr val="accent2">
                    <a:lumMod val="20000"/>
                    <a:lumOff val="80000"/>
                  </a:schemeClr>
                </a:solidFill>
                <a:latin typeface="+mj-lt"/>
              </a:defRPr>
            </a:lvl4pPr>
            <a:lvl5pPr marL="274320" indent="-274320">
              <a:lnSpc>
                <a:spcPct val="70000"/>
              </a:lnSpc>
              <a:buNone/>
              <a:defRPr sz="6600" cap="all" baseline="0">
                <a:solidFill>
                  <a:schemeClr val="accent2">
                    <a:lumMod val="20000"/>
                    <a:lumOff val="80000"/>
                  </a:schemeClr>
                </a:solidFill>
                <a:latin typeface="+mj-lt"/>
              </a:defRPr>
            </a:lvl5pPr>
          </a:lstStyle>
          <a:p>
            <a:pPr lvl="0"/>
            <a:r>
              <a:rPr lang="en-US" dirty="0"/>
              <a:t>Click to edit quote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2443788" cy="411480"/>
          </a:xfrm>
        </p:spPr>
        <p:txBody>
          <a:bodyPr/>
          <a:lstStyle>
            <a:lvl1pPr>
              <a:defRPr>
                <a:solidFill>
                  <a:schemeClr val="tx2"/>
                </a:solidFill>
              </a:defRPr>
            </a:lvl1pPr>
          </a:lstStyle>
          <a:p>
            <a:fld id="{15448BDD-274C-4BED-8350-833672089118}" type="datetime1">
              <a:rPr lang="en-US" smtClean="0"/>
              <a:t>2/9/2026</a:t>
            </a:fld>
            <a:endParaRPr lang="en-US" dirty="0"/>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lvl1pPr>
              <a:defRPr>
                <a:solidFill>
                  <a:schemeClr val="tx2"/>
                </a:solidFill>
              </a:defRPr>
            </a:lvl1p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1660C7B9-B6D9-6FB6-59EE-D9DB3BC93758}"/>
              </a:ext>
            </a:extLst>
          </p:cNvPr>
          <p:cNvCxnSpPr>
            <a:cxnSpLocks/>
          </p:cNvCxnSpPr>
          <p:nvPr/>
        </p:nvCxnSpPr>
        <p:spPr>
          <a:xfrm flipH="1">
            <a:off x="0" y="787179"/>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15D9130-12F6-DFB8-70EF-9ACBA9FDECB0}"/>
              </a:ext>
            </a:extLst>
          </p:cNvPr>
          <p:cNvCxnSpPr>
            <a:cxnSpLocks/>
          </p:cNvCxnSpPr>
          <p:nvPr/>
        </p:nvCxnSpPr>
        <p:spPr>
          <a:xfrm>
            <a:off x="0" y="5274530"/>
            <a:ext cx="12192000" cy="0"/>
          </a:xfrm>
          <a:prstGeom prst="line">
            <a:avLst/>
          </a:prstGeom>
          <a:ln w="9525">
            <a:solidFill>
              <a:schemeClr val="bg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43412685"/>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obj" preserve="1">
  <p:cSld name="Quot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hasCustomPrompt="1"/>
          </p:nvPr>
        </p:nvSpPr>
        <p:spPr>
          <a:xfrm>
            <a:off x="590288" y="5232212"/>
            <a:ext cx="10515600" cy="749808"/>
          </a:xfrm>
        </p:spPr>
        <p:txBody>
          <a:bodyPr anchor="ctr">
            <a:normAutofit/>
          </a:bodyPr>
          <a:lstStyle>
            <a:lvl1pPr>
              <a:defRPr sz="1600" cap="all" baseline="0">
                <a:solidFill>
                  <a:schemeClr val="tx2"/>
                </a:solidFill>
                <a:latin typeface="+mn-lt"/>
              </a:defRPr>
            </a:lvl1pPr>
          </a:lstStyle>
          <a:p>
            <a:r>
              <a:rPr lang="en-US" dirty="0"/>
              <a:t>Quote author</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320040" y="380011"/>
            <a:ext cx="9400032" cy="4164557"/>
          </a:xfrm>
        </p:spPr>
        <p:txBody>
          <a:bodyPr anchor="t">
            <a:normAutofit/>
          </a:bodyPr>
          <a:lstStyle>
            <a:lvl1pPr marL="274320" indent="-274320">
              <a:lnSpc>
                <a:spcPct val="80000"/>
              </a:lnSpc>
              <a:buNone/>
              <a:defRPr sz="6000" cap="none" baseline="0">
                <a:solidFill>
                  <a:schemeClr val="accent1"/>
                </a:solidFill>
                <a:latin typeface="+mj-lt"/>
              </a:defRPr>
            </a:lvl1pPr>
            <a:lvl2pPr marL="274320" indent="-274320">
              <a:lnSpc>
                <a:spcPct val="80000"/>
              </a:lnSpc>
              <a:buNone/>
              <a:defRPr sz="5400" cap="none" baseline="0">
                <a:solidFill>
                  <a:schemeClr val="accent1"/>
                </a:solidFill>
                <a:latin typeface="+mj-lt"/>
              </a:defRPr>
            </a:lvl2pPr>
            <a:lvl3pPr marL="274320" indent="-274320">
              <a:lnSpc>
                <a:spcPct val="80000"/>
              </a:lnSpc>
              <a:buNone/>
              <a:defRPr sz="4800" cap="none" baseline="0">
                <a:solidFill>
                  <a:schemeClr val="accent1"/>
                </a:solidFill>
                <a:latin typeface="+mj-lt"/>
              </a:defRPr>
            </a:lvl3pPr>
            <a:lvl4pPr marL="274320" indent="-274320">
              <a:lnSpc>
                <a:spcPct val="80000"/>
              </a:lnSpc>
              <a:buNone/>
              <a:defRPr sz="4400" cap="none" baseline="0">
                <a:solidFill>
                  <a:schemeClr val="accent1"/>
                </a:solidFill>
                <a:latin typeface="+mj-lt"/>
              </a:defRPr>
            </a:lvl4pPr>
            <a:lvl5pPr marL="274320" indent="-274320">
              <a:lnSpc>
                <a:spcPct val="80000"/>
              </a:lnSpc>
              <a:buNone/>
              <a:defRPr sz="4400" cap="none" baseline="0">
                <a:solidFill>
                  <a:schemeClr val="accent1"/>
                </a:solidFill>
                <a:latin typeface="+mj-lt"/>
              </a:defRPr>
            </a:lvl5pPr>
          </a:lstStyle>
          <a:p>
            <a:pPr lvl="0"/>
            <a:r>
              <a:rPr lang="en-US" dirty="0"/>
              <a:t>Click to edit quote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590287" y="6263640"/>
            <a:ext cx="2962656" cy="411480"/>
          </a:xfrm>
        </p:spPr>
        <p:txBody>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6263640"/>
            <a:ext cx="2151180" cy="411480"/>
          </a:xfrm>
        </p:spPr>
        <p:txBody>
          <a:bodyPr/>
          <a:lstStyle>
            <a:lvl1pPr>
              <a:defRPr>
                <a:solidFill>
                  <a:schemeClr val="tx2"/>
                </a:solidFill>
              </a:defRPr>
            </a:lvl1pPr>
          </a:lstStyle>
          <a:p>
            <a:fld id="{C5523C14-B8E0-486C-AF8F-4829635E6A50}" type="datetime1">
              <a:rPr lang="en-US" smtClean="0"/>
              <a:t>2/9/2026</a:t>
            </a:fld>
            <a:endParaRPr lang="en-US" dirty="0"/>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263640"/>
            <a:ext cx="546447" cy="411480"/>
          </a:xfrm>
        </p:spPr>
        <p:txBody>
          <a:bodyPr/>
          <a:lstStyle>
            <a:lvl1pPr>
              <a:defRPr>
                <a:solidFill>
                  <a:schemeClr val="tx2"/>
                </a:solidFill>
              </a:defRPr>
            </a:lvl1pPr>
          </a:lstStyle>
          <a:p>
            <a:fld id="{753D0FD4-819D-4187-8797-C35567B41C78}" type="slidenum">
              <a:rPr lang="en-US" smtClean="0"/>
              <a:t>‹#›</a:t>
            </a:fld>
            <a:endParaRPr lang="en-US"/>
          </a:p>
        </p:txBody>
      </p:sp>
      <p:cxnSp>
        <p:nvCxnSpPr>
          <p:cNvPr id="12" name="Straight Connector 11">
            <a:extLst>
              <a:ext uri="{FF2B5EF4-FFF2-40B4-BE49-F238E27FC236}">
                <a16:creationId xmlns:a16="http://schemas.microsoft.com/office/drawing/2014/main" id="{AC9507B5-45FD-E0F8-4B50-156739F3ED87}"/>
              </a:ext>
            </a:extLst>
          </p:cNvPr>
          <p:cNvCxnSpPr>
            <a:cxnSpLocks/>
          </p:cNvCxnSpPr>
          <p:nvPr/>
        </p:nvCxnSpPr>
        <p:spPr>
          <a:xfrm>
            <a:off x="0" y="4862741"/>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8059644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Quote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hasCustomPrompt="1"/>
          </p:nvPr>
        </p:nvSpPr>
        <p:spPr>
          <a:xfrm>
            <a:off x="713232" y="5451105"/>
            <a:ext cx="9299448" cy="1005109"/>
          </a:xfrm>
        </p:spPr>
        <p:txBody>
          <a:bodyPr anchor="ctr">
            <a:normAutofit/>
          </a:bodyPr>
          <a:lstStyle>
            <a:lvl1pPr>
              <a:defRPr sz="2000" cap="none" baseline="0">
                <a:solidFill>
                  <a:schemeClr val="tx2"/>
                </a:solidFill>
                <a:latin typeface="+mn-lt"/>
              </a:defRPr>
            </a:lvl1pPr>
          </a:lstStyle>
          <a:p>
            <a:r>
              <a:rPr lang="en-US" dirty="0"/>
              <a:t>Quote Author</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320040" y="1124712"/>
            <a:ext cx="9692640" cy="4187952"/>
          </a:xfrm>
        </p:spPr>
        <p:txBody>
          <a:bodyPr>
            <a:normAutofit/>
          </a:bodyPr>
          <a:lstStyle>
            <a:lvl1pPr marL="274320" indent="-274320">
              <a:lnSpc>
                <a:spcPct val="70000"/>
              </a:lnSpc>
              <a:buNone/>
              <a:defRPr sz="9600" cap="all" baseline="0">
                <a:solidFill>
                  <a:schemeClr val="tx2">
                    <a:lumMod val="75000"/>
                  </a:schemeClr>
                </a:solidFill>
                <a:latin typeface="+mj-lt"/>
              </a:defRPr>
            </a:lvl1pPr>
            <a:lvl2pPr marL="274320" indent="-274320">
              <a:lnSpc>
                <a:spcPct val="70000"/>
              </a:lnSpc>
              <a:buNone/>
              <a:defRPr sz="8800" cap="all" baseline="0">
                <a:solidFill>
                  <a:schemeClr val="accent2">
                    <a:lumMod val="20000"/>
                    <a:lumOff val="80000"/>
                  </a:schemeClr>
                </a:solidFill>
                <a:latin typeface="+mj-lt"/>
              </a:defRPr>
            </a:lvl2pPr>
            <a:lvl3pPr marL="274320" indent="-274320">
              <a:lnSpc>
                <a:spcPct val="70000"/>
              </a:lnSpc>
              <a:buNone/>
              <a:defRPr sz="8000" cap="all" baseline="0">
                <a:solidFill>
                  <a:schemeClr val="accent2">
                    <a:lumMod val="20000"/>
                    <a:lumOff val="80000"/>
                  </a:schemeClr>
                </a:solidFill>
                <a:latin typeface="+mj-lt"/>
              </a:defRPr>
            </a:lvl3pPr>
            <a:lvl4pPr marL="274320" indent="-274320">
              <a:lnSpc>
                <a:spcPct val="70000"/>
              </a:lnSpc>
              <a:buNone/>
              <a:defRPr sz="7200" cap="all" baseline="0">
                <a:solidFill>
                  <a:schemeClr val="accent2">
                    <a:lumMod val="20000"/>
                    <a:lumOff val="80000"/>
                  </a:schemeClr>
                </a:solidFill>
                <a:latin typeface="+mj-lt"/>
              </a:defRPr>
            </a:lvl4pPr>
            <a:lvl5pPr marL="274320" indent="-274320">
              <a:lnSpc>
                <a:spcPct val="70000"/>
              </a:lnSpc>
              <a:buNone/>
              <a:defRPr sz="7200" cap="all" baseline="0">
                <a:solidFill>
                  <a:schemeClr val="accent2">
                    <a:lumMod val="20000"/>
                    <a:lumOff val="80000"/>
                  </a:schemeClr>
                </a:solidFill>
                <a:latin typeface="+mj-lt"/>
              </a:defRPr>
            </a:lvl5pPr>
          </a:lstStyle>
          <a:p>
            <a:pPr lvl="0"/>
            <a:r>
              <a:rPr lang="en-US" dirty="0"/>
              <a:t>Click to edit Quote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2443788" cy="411480"/>
          </a:xfrm>
        </p:spPr>
        <p:txBody>
          <a:bodyPr/>
          <a:lstStyle>
            <a:lvl1pPr>
              <a:defRPr>
                <a:solidFill>
                  <a:schemeClr val="tx2"/>
                </a:solidFill>
              </a:defRPr>
            </a:lvl1pPr>
          </a:lstStyle>
          <a:p>
            <a:fld id="{44572B0E-9936-490C-85D7-20C76E88EE7A}" type="datetime1">
              <a:rPr lang="en-US" smtClean="0"/>
              <a:t>2/9/2026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lvl1pPr>
              <a:defRPr>
                <a:solidFill>
                  <a:schemeClr val="tx2"/>
                </a:solidFill>
              </a:defRPr>
            </a:lvl1p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1660C7B9-B6D9-6FB6-59EE-D9DB3BC93758}"/>
              </a:ext>
            </a:extLst>
          </p:cNvPr>
          <p:cNvCxnSpPr>
            <a:cxnSpLocks/>
          </p:cNvCxnSpPr>
          <p:nvPr/>
        </p:nvCxnSpPr>
        <p:spPr>
          <a:xfrm flipH="1">
            <a:off x="0" y="787179"/>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8182936"/>
      </p:ext>
    </p:extLst>
  </p:cSld>
  <p:clrMapOvr>
    <a:overrideClrMapping bg1="dk1" tx1="lt1" bg2="dk2" tx2="lt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obj" preserve="1">
  <p:cSld name="Quot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hasCustomPrompt="1"/>
          </p:nvPr>
        </p:nvSpPr>
        <p:spPr>
          <a:xfrm>
            <a:off x="521900" y="5209160"/>
            <a:ext cx="10698480" cy="832104"/>
          </a:xfrm>
        </p:spPr>
        <p:txBody>
          <a:bodyPr anchor="ctr">
            <a:normAutofit/>
          </a:bodyPr>
          <a:lstStyle>
            <a:lvl1pPr>
              <a:defRPr sz="2800" cap="all" baseline="0">
                <a:solidFill>
                  <a:schemeClr val="accent1"/>
                </a:solidFill>
                <a:latin typeface="+mj-lt"/>
              </a:defRPr>
            </a:lvl1pPr>
          </a:lstStyle>
          <a:p>
            <a:r>
              <a:rPr lang="en-US" dirty="0"/>
              <a:t>Quote author</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320040" y="749808"/>
            <a:ext cx="9400032" cy="3867912"/>
          </a:xfrm>
        </p:spPr>
        <p:txBody>
          <a:bodyPr>
            <a:normAutofit/>
          </a:bodyPr>
          <a:lstStyle>
            <a:lvl1pPr marL="182880" indent="-182880">
              <a:lnSpc>
                <a:spcPct val="100000"/>
              </a:lnSpc>
              <a:buNone/>
              <a:defRPr sz="4000" cap="none" baseline="0">
                <a:solidFill>
                  <a:schemeClr val="tx2"/>
                </a:solidFill>
                <a:latin typeface="+mn-lt"/>
              </a:defRPr>
            </a:lvl1pPr>
            <a:lvl2pPr marL="182880" indent="-182880">
              <a:lnSpc>
                <a:spcPct val="100000"/>
              </a:lnSpc>
              <a:buNone/>
              <a:defRPr sz="3600" cap="none" baseline="0">
                <a:solidFill>
                  <a:schemeClr val="tx2"/>
                </a:solidFill>
                <a:latin typeface="+mn-lt"/>
              </a:defRPr>
            </a:lvl2pPr>
            <a:lvl3pPr marL="182880" indent="-182880">
              <a:lnSpc>
                <a:spcPct val="100000"/>
              </a:lnSpc>
              <a:buNone/>
              <a:defRPr sz="3200" cap="none" baseline="0">
                <a:solidFill>
                  <a:schemeClr val="tx2"/>
                </a:solidFill>
                <a:latin typeface="+mn-lt"/>
              </a:defRPr>
            </a:lvl3pPr>
            <a:lvl4pPr marL="182880" indent="-182880">
              <a:lnSpc>
                <a:spcPct val="100000"/>
              </a:lnSpc>
              <a:buNone/>
              <a:defRPr sz="2800" cap="none" baseline="0">
                <a:solidFill>
                  <a:schemeClr val="tx2"/>
                </a:solidFill>
                <a:latin typeface="+mn-lt"/>
              </a:defRPr>
            </a:lvl4pPr>
            <a:lvl5pPr marL="182880" indent="-182880">
              <a:lnSpc>
                <a:spcPct val="100000"/>
              </a:lnSpc>
              <a:buNone/>
              <a:defRPr sz="2800" cap="none" baseline="0">
                <a:solidFill>
                  <a:schemeClr val="tx2"/>
                </a:solidFill>
                <a:latin typeface="+mn-lt"/>
              </a:defRPr>
            </a:lvl5pPr>
          </a:lstStyle>
          <a:p>
            <a:pPr lvl="0"/>
            <a:r>
              <a:rPr lang="en-US" dirty="0"/>
              <a:t>Click to edit Quote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lvl1pPr>
              <a:defRPr>
                <a:solidFill>
                  <a:schemeClr val="tx2"/>
                </a:solidFill>
              </a:defRPr>
            </a:lvl1pPr>
          </a:lstStyle>
          <a:p>
            <a:fld id="{18ECF368-9FBC-4241-9AEA-ADD9AF02F7A8}" type="datetime1">
              <a:rPr lang="en-US" smtClean="0"/>
              <a:t>2/9/2026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lvl1pPr>
              <a:defRPr>
                <a:solidFill>
                  <a:schemeClr val="tx2"/>
                </a:solidFill>
              </a:defRPr>
            </a:lvl1p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CE49C774-4A6A-D32B-59FA-2442E2B308E5}"/>
              </a:ext>
            </a:extLst>
          </p:cNvPr>
          <p:cNvCxnSpPr>
            <a:cxnSpLocks/>
          </p:cNvCxnSpPr>
          <p:nvPr/>
        </p:nvCxnSpPr>
        <p:spPr>
          <a:xfrm>
            <a:off x="0" y="5062769"/>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4B23A142-B021-C473-CBA7-E0C9AA4E71D5}"/>
              </a:ext>
            </a:extLst>
          </p:cNvPr>
          <p:cNvCxnSpPr>
            <a:cxnSpLocks/>
          </p:cNvCxnSpPr>
          <p:nvPr/>
        </p:nvCxnSpPr>
        <p:spPr>
          <a:xfrm>
            <a:off x="0" y="6066955"/>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3244848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594AB-EF90-9591-5954-F617B83D139F}"/>
              </a:ext>
            </a:extLst>
          </p:cNvPr>
          <p:cNvSpPr>
            <a:spLocks noGrp="1"/>
          </p:cNvSpPr>
          <p:nvPr>
            <p:ph type="title"/>
          </p:nvPr>
        </p:nvSpPr>
        <p:spPr>
          <a:xfrm>
            <a:off x="320559" y="685800"/>
            <a:ext cx="11253668" cy="66569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0" name="Footer Placeholder 9">
            <a:extLst>
              <a:ext uri="{FF2B5EF4-FFF2-40B4-BE49-F238E27FC236}">
                <a16:creationId xmlns:a16="http://schemas.microsoft.com/office/drawing/2014/main" id="{96A57BED-3AFE-6AA9-E0D5-586748D61F6A}"/>
              </a:ext>
            </a:extLst>
          </p:cNvPr>
          <p:cNvSpPr>
            <a:spLocks noGrp="1"/>
          </p:cNvSpPr>
          <p:nvPr>
            <p:ph type="ftr" sz="quarter" idx="11"/>
          </p:nvPr>
        </p:nvSpPr>
        <p:spPr/>
        <p:txBody>
          <a:bodyPr/>
          <a:lstStyle/>
          <a:p>
            <a:r>
              <a:rPr lang="en-US" dirty="0"/>
              <a:t>Footer Text</a:t>
            </a:r>
          </a:p>
        </p:txBody>
      </p:sp>
      <p:sp>
        <p:nvSpPr>
          <p:cNvPr id="9" name="Date Placeholder 8">
            <a:extLst>
              <a:ext uri="{FF2B5EF4-FFF2-40B4-BE49-F238E27FC236}">
                <a16:creationId xmlns:a16="http://schemas.microsoft.com/office/drawing/2014/main" id="{47C21221-DC95-273B-0C4F-43B35ADA1C0E}"/>
              </a:ext>
            </a:extLst>
          </p:cNvPr>
          <p:cNvSpPr>
            <a:spLocks noGrp="1"/>
          </p:cNvSpPr>
          <p:nvPr>
            <p:ph type="dt" sz="half" idx="10"/>
          </p:nvPr>
        </p:nvSpPr>
        <p:spPr/>
        <p:txBody>
          <a:bodyPr/>
          <a:lstStyle/>
          <a:p>
            <a:fld id="{9EAD527F-9C49-4481-A18C-80BA2EA99E79}" type="datetime1">
              <a:rPr lang="en-US" smtClean="0"/>
              <a:t>2/9/2026</a:t>
            </a:fld>
            <a:endParaRPr lang="en-US"/>
          </a:p>
        </p:txBody>
      </p:sp>
      <p:sp>
        <p:nvSpPr>
          <p:cNvPr id="11" name="Slide Number Placeholder 10">
            <a:extLst>
              <a:ext uri="{FF2B5EF4-FFF2-40B4-BE49-F238E27FC236}">
                <a16:creationId xmlns:a16="http://schemas.microsoft.com/office/drawing/2014/main" id="{2E44E859-99AA-D46F-1AD8-4C0F287F3783}"/>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F2C3231F-0FFC-E2BB-36F8-9816E4DECEB6}"/>
              </a:ext>
            </a:extLst>
          </p:cNvPr>
          <p:cNvSpPr>
            <a:spLocks noGrp="1"/>
          </p:cNvSpPr>
          <p:nvPr>
            <p:ph sz="half" idx="1"/>
          </p:nvPr>
        </p:nvSpPr>
        <p:spPr>
          <a:xfrm>
            <a:off x="317773" y="1773857"/>
            <a:ext cx="5349240" cy="44531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193CC2C1-ED8C-D52E-BEF5-671EDC62385A}"/>
              </a:ext>
            </a:extLst>
          </p:cNvPr>
          <p:cNvSpPr>
            <a:spLocks noGrp="1"/>
          </p:cNvSpPr>
          <p:nvPr>
            <p:ph sz="half" idx="2"/>
          </p:nvPr>
        </p:nvSpPr>
        <p:spPr>
          <a:xfrm>
            <a:off x="6224987" y="1773858"/>
            <a:ext cx="5349240" cy="44531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a:extLst>
              <a:ext uri="{FF2B5EF4-FFF2-40B4-BE49-F238E27FC236}">
                <a16:creationId xmlns:a16="http://schemas.microsoft.com/office/drawing/2014/main" id="{2397169B-5226-712F-36F4-352E56B637D4}"/>
              </a:ext>
            </a:extLst>
          </p:cNvPr>
          <p:cNvCxnSpPr>
            <a:cxnSpLocks/>
          </p:cNvCxnSpPr>
          <p:nvPr/>
        </p:nvCxnSpPr>
        <p:spPr>
          <a:xfrm>
            <a:off x="0" y="144282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2987400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4958D-8125-1BDA-53C9-9E2D338832F5}"/>
              </a:ext>
            </a:extLst>
          </p:cNvPr>
          <p:cNvSpPr>
            <a:spLocks noGrp="1"/>
          </p:cNvSpPr>
          <p:nvPr>
            <p:ph type="title"/>
          </p:nvPr>
        </p:nvSpPr>
        <p:spPr>
          <a:xfrm>
            <a:off x="317772" y="685800"/>
            <a:ext cx="11256264" cy="667512"/>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Footer Placeholder 7">
            <a:extLst>
              <a:ext uri="{FF2B5EF4-FFF2-40B4-BE49-F238E27FC236}">
                <a16:creationId xmlns:a16="http://schemas.microsoft.com/office/drawing/2014/main" id="{7D294A4A-89C4-68BF-6701-5C47F940E3D6}"/>
              </a:ext>
            </a:extLst>
          </p:cNvPr>
          <p:cNvSpPr>
            <a:spLocks noGrp="1"/>
          </p:cNvSpPr>
          <p:nvPr>
            <p:ph type="ftr" sz="quarter" idx="11"/>
          </p:nvPr>
        </p:nvSpPr>
        <p:spPr/>
        <p:txBody>
          <a:bodyPr/>
          <a:lstStyle/>
          <a:p>
            <a:r>
              <a:rPr lang="en-US" dirty="0"/>
              <a:t>Footer Text</a:t>
            </a:r>
          </a:p>
        </p:txBody>
      </p:sp>
      <p:sp>
        <p:nvSpPr>
          <p:cNvPr id="7" name="Date Placeholder 6">
            <a:extLst>
              <a:ext uri="{FF2B5EF4-FFF2-40B4-BE49-F238E27FC236}">
                <a16:creationId xmlns:a16="http://schemas.microsoft.com/office/drawing/2014/main" id="{977908BC-F48B-81E4-8D93-7DB9E37161B6}"/>
              </a:ext>
            </a:extLst>
          </p:cNvPr>
          <p:cNvSpPr>
            <a:spLocks noGrp="1"/>
          </p:cNvSpPr>
          <p:nvPr>
            <p:ph type="dt" sz="half" idx="10"/>
          </p:nvPr>
        </p:nvSpPr>
        <p:spPr/>
        <p:txBody>
          <a:bodyPr/>
          <a:lstStyle/>
          <a:p>
            <a:fld id="{F38039EB-95FD-42A0-BF06-87A9D15142C9}" type="datetime1">
              <a:rPr lang="en-US" smtClean="0"/>
              <a:t>2/9/2026</a:t>
            </a:fld>
            <a:endParaRPr lang="en-US"/>
          </a:p>
        </p:txBody>
      </p:sp>
      <p:sp>
        <p:nvSpPr>
          <p:cNvPr id="9" name="Slide Number Placeholder 8">
            <a:extLst>
              <a:ext uri="{FF2B5EF4-FFF2-40B4-BE49-F238E27FC236}">
                <a16:creationId xmlns:a16="http://schemas.microsoft.com/office/drawing/2014/main" id="{27F93A54-CB38-BEAF-260B-84EDDF3011D2}"/>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3" name="Text Placeholder 2">
            <a:extLst>
              <a:ext uri="{FF2B5EF4-FFF2-40B4-BE49-F238E27FC236}">
                <a16:creationId xmlns:a16="http://schemas.microsoft.com/office/drawing/2014/main" id="{7709FF10-A82A-AAEB-4B8C-921F3BA2028E}"/>
              </a:ext>
            </a:extLst>
          </p:cNvPr>
          <p:cNvSpPr>
            <a:spLocks noGrp="1"/>
          </p:cNvSpPr>
          <p:nvPr>
            <p:ph type="body" idx="1"/>
          </p:nvPr>
        </p:nvSpPr>
        <p:spPr>
          <a:xfrm>
            <a:off x="317773" y="1773857"/>
            <a:ext cx="5349064" cy="590144"/>
          </a:xfrm>
        </p:spPr>
        <p:txBody>
          <a:bodyPr anchor="b">
            <a:normAutofit/>
          </a:bodyPr>
          <a:lstStyle>
            <a:lvl1pPr marL="0" indent="0">
              <a:buNone/>
              <a:defRPr sz="18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84D3C6A-509A-8CB1-B220-1CE755BE2FE8}"/>
              </a:ext>
            </a:extLst>
          </p:cNvPr>
          <p:cNvSpPr>
            <a:spLocks noGrp="1"/>
          </p:cNvSpPr>
          <p:nvPr>
            <p:ph sz="half" idx="2"/>
          </p:nvPr>
        </p:nvSpPr>
        <p:spPr>
          <a:xfrm>
            <a:off x="317773" y="2368476"/>
            <a:ext cx="5349064" cy="3858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A627A15-4AB2-F230-22C7-0605AFD7DF22}"/>
              </a:ext>
            </a:extLst>
          </p:cNvPr>
          <p:cNvSpPr>
            <a:spLocks noGrp="1"/>
          </p:cNvSpPr>
          <p:nvPr>
            <p:ph type="body" sz="quarter" idx="3"/>
          </p:nvPr>
        </p:nvSpPr>
        <p:spPr>
          <a:xfrm>
            <a:off x="6224796" y="1773857"/>
            <a:ext cx="5349240" cy="590144"/>
          </a:xfrm>
        </p:spPr>
        <p:txBody>
          <a:bodyPr anchor="b">
            <a:normAutofit/>
          </a:bodyPr>
          <a:lstStyle>
            <a:lvl1pPr marL="0" indent="0">
              <a:buNone/>
              <a:defRPr sz="18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61ECFD5-92D0-1854-D18E-8BC5DF56A70E}"/>
              </a:ext>
            </a:extLst>
          </p:cNvPr>
          <p:cNvSpPr>
            <a:spLocks noGrp="1"/>
          </p:cNvSpPr>
          <p:nvPr>
            <p:ph sz="quarter" idx="4"/>
          </p:nvPr>
        </p:nvSpPr>
        <p:spPr>
          <a:xfrm>
            <a:off x="6224796" y="2368476"/>
            <a:ext cx="5349240" cy="3858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a:extLst>
              <a:ext uri="{FF2B5EF4-FFF2-40B4-BE49-F238E27FC236}">
                <a16:creationId xmlns:a16="http://schemas.microsoft.com/office/drawing/2014/main" id="{3D1AC07E-A077-E2A6-1718-DDDA542A8A98}"/>
              </a:ext>
            </a:extLst>
          </p:cNvPr>
          <p:cNvCxnSpPr>
            <a:cxnSpLocks/>
          </p:cNvCxnSpPr>
          <p:nvPr/>
        </p:nvCxnSpPr>
        <p:spPr>
          <a:xfrm>
            <a:off x="0" y="144282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5464347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17042-CDCB-3B2F-8C5B-24B17903E7D2}"/>
              </a:ext>
            </a:extLst>
          </p:cNvPr>
          <p:cNvSpPr>
            <a:spLocks noGrp="1"/>
          </p:cNvSpPr>
          <p:nvPr>
            <p:ph type="title"/>
          </p:nvPr>
        </p:nvSpPr>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4" name="Footer Placeholder 3">
            <a:extLst>
              <a:ext uri="{FF2B5EF4-FFF2-40B4-BE49-F238E27FC236}">
                <a16:creationId xmlns:a16="http://schemas.microsoft.com/office/drawing/2014/main" id="{3BA4C6AE-702E-258F-EA5E-02906C70DFD8}"/>
              </a:ext>
            </a:extLst>
          </p:cNvPr>
          <p:cNvSpPr>
            <a:spLocks noGrp="1"/>
          </p:cNvSpPr>
          <p:nvPr>
            <p:ph type="ftr" sz="quarter" idx="11"/>
          </p:nvPr>
        </p:nvSpPr>
        <p:spPr/>
        <p:txBody>
          <a:bodyPr/>
          <a:lstStyle/>
          <a:p>
            <a:r>
              <a:rPr lang="en-US" dirty="0"/>
              <a:t>Footer Text</a:t>
            </a:r>
          </a:p>
        </p:txBody>
      </p:sp>
      <p:sp>
        <p:nvSpPr>
          <p:cNvPr id="3" name="Date Placeholder 2">
            <a:extLst>
              <a:ext uri="{FF2B5EF4-FFF2-40B4-BE49-F238E27FC236}">
                <a16:creationId xmlns:a16="http://schemas.microsoft.com/office/drawing/2014/main" id="{12339AE3-ADB1-728F-9FBA-2FD43A0AC300}"/>
              </a:ext>
            </a:extLst>
          </p:cNvPr>
          <p:cNvSpPr>
            <a:spLocks noGrp="1"/>
          </p:cNvSpPr>
          <p:nvPr>
            <p:ph type="dt" sz="half" idx="10"/>
          </p:nvPr>
        </p:nvSpPr>
        <p:spPr/>
        <p:txBody>
          <a:bodyPr/>
          <a:lstStyle/>
          <a:p>
            <a:fld id="{6819701D-AA71-4F6F-B74A-236E07E9ABE4}" type="datetime1">
              <a:rPr lang="en-US" smtClean="0"/>
              <a:t>2/9/2026</a:t>
            </a:fld>
            <a:endParaRPr lang="en-US"/>
          </a:p>
        </p:txBody>
      </p:sp>
      <p:sp>
        <p:nvSpPr>
          <p:cNvPr id="5" name="Slide Number Placeholder 4">
            <a:extLst>
              <a:ext uri="{FF2B5EF4-FFF2-40B4-BE49-F238E27FC236}">
                <a16:creationId xmlns:a16="http://schemas.microsoft.com/office/drawing/2014/main" id="{FD965F4B-E6CF-D83A-1F1B-81274FD57428}"/>
              </a:ext>
            </a:extLst>
          </p:cNvPr>
          <p:cNvSpPr>
            <a:spLocks noGrp="1"/>
          </p:cNvSpPr>
          <p:nvPr>
            <p:ph type="sldNum" sz="quarter" idx="12"/>
          </p:nvPr>
        </p:nvSpPr>
        <p:spPr/>
        <p:txBody>
          <a:bodyPr/>
          <a:lstStyle/>
          <a:p>
            <a:fld id="{753D0FD4-819D-4187-8797-C35567B41C78}" type="slidenum">
              <a:rPr lang="en-US" smtClean="0"/>
              <a:t>‹#›</a:t>
            </a:fld>
            <a:endParaRPr lang="en-US"/>
          </a:p>
        </p:txBody>
      </p:sp>
    </p:spTree>
    <p:extLst>
      <p:ext uri="{BB962C8B-B14F-4D97-AF65-F5344CB8AC3E}">
        <p14:creationId xmlns:p14="http://schemas.microsoft.com/office/powerpoint/2010/main" val="3915691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5E52550-02A6-D7FB-DD57-70C87BAA4FE2}"/>
              </a:ext>
            </a:extLst>
          </p:cNvPr>
          <p:cNvSpPr>
            <a:spLocks noGrp="1"/>
          </p:cNvSpPr>
          <p:nvPr>
            <p:ph type="ftr" sz="quarter" idx="11"/>
          </p:nvPr>
        </p:nvSpPr>
        <p:spPr/>
        <p:txBody>
          <a:bodyPr/>
          <a:lstStyle/>
          <a:p>
            <a:r>
              <a:rPr lang="en-US" dirty="0"/>
              <a:t>Footer Text</a:t>
            </a:r>
          </a:p>
        </p:txBody>
      </p:sp>
      <p:sp>
        <p:nvSpPr>
          <p:cNvPr id="2" name="Date Placeholder 1">
            <a:extLst>
              <a:ext uri="{FF2B5EF4-FFF2-40B4-BE49-F238E27FC236}">
                <a16:creationId xmlns:a16="http://schemas.microsoft.com/office/drawing/2014/main" id="{B402D272-B561-7F82-06FB-C5DE719AAE9A}"/>
              </a:ext>
            </a:extLst>
          </p:cNvPr>
          <p:cNvSpPr>
            <a:spLocks noGrp="1"/>
          </p:cNvSpPr>
          <p:nvPr>
            <p:ph type="dt" sz="half" idx="10"/>
          </p:nvPr>
        </p:nvSpPr>
        <p:spPr/>
        <p:txBody>
          <a:bodyPr/>
          <a:lstStyle/>
          <a:p>
            <a:fld id="{A886D589-8B08-4190-9F3B-BA01ED2999CB}" type="datetime1">
              <a:rPr lang="en-US" smtClean="0"/>
              <a:t>2/9/2026</a:t>
            </a:fld>
            <a:endParaRPr lang="en-US"/>
          </a:p>
        </p:txBody>
      </p:sp>
      <p:sp>
        <p:nvSpPr>
          <p:cNvPr id="4" name="Slide Number Placeholder 3">
            <a:extLst>
              <a:ext uri="{FF2B5EF4-FFF2-40B4-BE49-F238E27FC236}">
                <a16:creationId xmlns:a16="http://schemas.microsoft.com/office/drawing/2014/main" id="{A7EF0FF0-3A36-A128-D75E-71A4B54CB6CD}"/>
              </a:ext>
            </a:extLst>
          </p:cNvPr>
          <p:cNvSpPr>
            <a:spLocks noGrp="1"/>
          </p:cNvSpPr>
          <p:nvPr>
            <p:ph type="sldNum" sz="quarter" idx="12"/>
          </p:nvPr>
        </p:nvSpPr>
        <p:spPr/>
        <p:txBody>
          <a:bodyPr/>
          <a:lstStyle/>
          <a:p>
            <a:fld id="{753D0FD4-819D-4187-8797-C35567B41C78}" type="slidenum">
              <a:rPr lang="en-US" smtClean="0"/>
              <a:t>‹#›</a:t>
            </a:fld>
            <a:endParaRPr lang="en-US"/>
          </a:p>
        </p:txBody>
      </p:sp>
    </p:spTree>
    <p:extLst>
      <p:ext uri="{BB962C8B-B14F-4D97-AF65-F5344CB8AC3E}">
        <p14:creationId xmlns:p14="http://schemas.microsoft.com/office/powerpoint/2010/main" val="107859093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BEA7-A772-B39C-F049-D8BA2D3F4EF5}"/>
              </a:ext>
            </a:extLst>
          </p:cNvPr>
          <p:cNvSpPr>
            <a:spLocks noGrp="1"/>
          </p:cNvSpPr>
          <p:nvPr>
            <p:ph type="title"/>
          </p:nvPr>
        </p:nvSpPr>
        <p:spPr>
          <a:xfrm>
            <a:off x="317774" y="1092200"/>
            <a:ext cx="3749040" cy="2907792"/>
          </a:xfrm>
        </p:spPr>
        <p:txBody>
          <a:bodyPr vert="horz" lIns="91440" tIns="45720" rIns="91440" bIns="45720" rtlCol="0" anchor="t">
            <a:normAutofit/>
          </a:bodyPr>
          <a:lstStyle>
            <a:lvl1pPr>
              <a:defRPr lang="en-US" sz="5400" dirty="0"/>
            </a:lvl1pPr>
          </a:lstStyle>
          <a:p>
            <a:pPr lvl="0"/>
            <a:r>
              <a:rPr lang="en-US"/>
              <a:t>Click to edit Master title style</a:t>
            </a:r>
            <a:endParaRPr lang="en-US" dirty="0"/>
          </a:p>
        </p:txBody>
      </p:sp>
      <p:sp>
        <p:nvSpPr>
          <p:cNvPr id="6" name="Footer Placeholder 5">
            <a:extLst>
              <a:ext uri="{FF2B5EF4-FFF2-40B4-BE49-F238E27FC236}">
                <a16:creationId xmlns:a16="http://schemas.microsoft.com/office/drawing/2014/main" id="{71AADC46-B01E-DA2E-F24C-C48F5253DD00}"/>
              </a:ext>
            </a:extLst>
          </p:cNvPr>
          <p:cNvSpPr>
            <a:spLocks noGrp="1"/>
          </p:cNvSpPr>
          <p:nvPr>
            <p:ph type="ftr" sz="quarter" idx="11"/>
          </p:nvPr>
        </p:nvSpPr>
        <p:spPr/>
        <p:txBody>
          <a:bodyPr/>
          <a:lstStyle/>
          <a:p>
            <a:r>
              <a:rPr lang="en-US" dirty="0"/>
              <a:t>Footer Text</a:t>
            </a:r>
          </a:p>
        </p:txBody>
      </p:sp>
      <p:sp>
        <p:nvSpPr>
          <p:cNvPr id="5" name="Date Placeholder 4">
            <a:extLst>
              <a:ext uri="{FF2B5EF4-FFF2-40B4-BE49-F238E27FC236}">
                <a16:creationId xmlns:a16="http://schemas.microsoft.com/office/drawing/2014/main" id="{B71A6063-F591-A804-79FE-A80AD399139E}"/>
              </a:ext>
            </a:extLst>
          </p:cNvPr>
          <p:cNvSpPr>
            <a:spLocks noGrp="1"/>
          </p:cNvSpPr>
          <p:nvPr>
            <p:ph type="dt" sz="half" idx="10"/>
          </p:nvPr>
        </p:nvSpPr>
        <p:spPr>
          <a:xfrm>
            <a:off x="4974336" y="207982"/>
            <a:ext cx="1921315" cy="413360"/>
          </a:xfrm>
        </p:spPr>
        <p:txBody>
          <a:bodyPr/>
          <a:lstStyle/>
          <a:p>
            <a:fld id="{F550E5DF-8560-4E07-A403-19861023D638}" type="datetime1">
              <a:rPr lang="en-US" smtClean="0"/>
              <a:t>2/9/2026</a:t>
            </a:fld>
            <a:endParaRPr lang="en-US"/>
          </a:p>
        </p:txBody>
      </p:sp>
      <p:sp>
        <p:nvSpPr>
          <p:cNvPr id="7" name="Slide Number Placeholder 6">
            <a:extLst>
              <a:ext uri="{FF2B5EF4-FFF2-40B4-BE49-F238E27FC236}">
                <a16:creationId xmlns:a16="http://schemas.microsoft.com/office/drawing/2014/main" id="{4BEFF439-6DA2-A61B-C94C-BEDC2411D6CC}"/>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4" name="Text Placeholder 3">
            <a:extLst>
              <a:ext uri="{FF2B5EF4-FFF2-40B4-BE49-F238E27FC236}">
                <a16:creationId xmlns:a16="http://schemas.microsoft.com/office/drawing/2014/main" id="{0D5693C4-36AD-07F9-763E-EE5FC9DFB1AD}"/>
              </a:ext>
            </a:extLst>
          </p:cNvPr>
          <p:cNvSpPr>
            <a:spLocks noGrp="1"/>
          </p:cNvSpPr>
          <p:nvPr>
            <p:ph type="body" sz="half" idx="2"/>
          </p:nvPr>
        </p:nvSpPr>
        <p:spPr>
          <a:xfrm>
            <a:off x="317774" y="4096512"/>
            <a:ext cx="3749040" cy="2322576"/>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10FB4614-4148-D757-88D0-D93E5E1EA1A0}"/>
              </a:ext>
            </a:extLst>
          </p:cNvPr>
          <p:cNvSpPr>
            <a:spLocks noGrp="1"/>
          </p:cNvSpPr>
          <p:nvPr>
            <p:ph idx="1"/>
          </p:nvPr>
        </p:nvSpPr>
        <p:spPr>
          <a:xfrm>
            <a:off x="4974336" y="1092200"/>
            <a:ext cx="6858000" cy="534009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35718336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EFA5E-0A3D-E6AD-3C21-DC40BCDEC609}"/>
              </a:ext>
            </a:extLst>
          </p:cNvPr>
          <p:cNvSpPr>
            <a:spLocks noGrp="1"/>
          </p:cNvSpPr>
          <p:nvPr>
            <p:ph type="title"/>
          </p:nvPr>
        </p:nvSpPr>
        <p:spPr>
          <a:xfrm>
            <a:off x="317773" y="1088136"/>
            <a:ext cx="3467048" cy="2905795"/>
          </a:xfrm>
        </p:spPr>
        <p:txBody>
          <a:bodyPr vert="horz" lIns="91440" tIns="45720" rIns="91440" bIns="45720" rtlCol="0" anchor="t">
            <a:normAutofit/>
          </a:bodyPr>
          <a:lstStyle>
            <a:lvl1pPr>
              <a:defRPr lang="en-US" sz="5400" dirty="0"/>
            </a:lvl1pPr>
          </a:lstStyle>
          <a:p>
            <a:pPr lvl="0"/>
            <a:r>
              <a:rPr lang="en-US"/>
              <a:t>Click to edit Master title style</a:t>
            </a:r>
            <a:endParaRPr lang="en-US" dirty="0"/>
          </a:p>
        </p:txBody>
      </p:sp>
      <p:sp>
        <p:nvSpPr>
          <p:cNvPr id="6" name="Footer Placeholder 5">
            <a:extLst>
              <a:ext uri="{FF2B5EF4-FFF2-40B4-BE49-F238E27FC236}">
                <a16:creationId xmlns:a16="http://schemas.microsoft.com/office/drawing/2014/main" id="{E7F485A3-3BFA-4B57-F6E5-5F41542B7BBD}"/>
              </a:ext>
            </a:extLst>
          </p:cNvPr>
          <p:cNvSpPr>
            <a:spLocks noGrp="1"/>
          </p:cNvSpPr>
          <p:nvPr>
            <p:ph type="ftr" sz="quarter" idx="11"/>
          </p:nvPr>
        </p:nvSpPr>
        <p:spPr/>
        <p:txBody>
          <a:bodyPr/>
          <a:lstStyle/>
          <a:p>
            <a:r>
              <a:rPr lang="en-US" dirty="0"/>
              <a:t>Footer Text</a:t>
            </a:r>
          </a:p>
        </p:txBody>
      </p:sp>
      <p:sp>
        <p:nvSpPr>
          <p:cNvPr id="5" name="Date Placeholder 4">
            <a:extLst>
              <a:ext uri="{FF2B5EF4-FFF2-40B4-BE49-F238E27FC236}">
                <a16:creationId xmlns:a16="http://schemas.microsoft.com/office/drawing/2014/main" id="{600AC9F0-6744-73C8-54FC-5C12BA7BF791}"/>
              </a:ext>
            </a:extLst>
          </p:cNvPr>
          <p:cNvSpPr>
            <a:spLocks noGrp="1"/>
          </p:cNvSpPr>
          <p:nvPr>
            <p:ph type="dt" sz="half" idx="10"/>
          </p:nvPr>
        </p:nvSpPr>
        <p:spPr>
          <a:xfrm>
            <a:off x="4292854" y="207982"/>
            <a:ext cx="2605980" cy="413360"/>
          </a:xfrm>
        </p:spPr>
        <p:txBody>
          <a:bodyPr/>
          <a:lstStyle/>
          <a:p>
            <a:fld id="{5629972A-00A4-4626-8EEC-CE2966C6B0BF}" type="datetime1">
              <a:rPr lang="en-US" smtClean="0"/>
              <a:t>2/9/2026</a:t>
            </a:fld>
            <a:endParaRPr lang="en-US" dirty="0"/>
          </a:p>
        </p:txBody>
      </p:sp>
      <p:sp>
        <p:nvSpPr>
          <p:cNvPr id="7" name="Slide Number Placeholder 6">
            <a:extLst>
              <a:ext uri="{FF2B5EF4-FFF2-40B4-BE49-F238E27FC236}">
                <a16:creationId xmlns:a16="http://schemas.microsoft.com/office/drawing/2014/main" id="{31BAB9F6-C801-466A-4C39-23DCB1CD5489}"/>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4" name="Text Placeholder 3">
            <a:extLst>
              <a:ext uri="{FF2B5EF4-FFF2-40B4-BE49-F238E27FC236}">
                <a16:creationId xmlns:a16="http://schemas.microsoft.com/office/drawing/2014/main" id="{7CBA8418-7980-9A18-053B-82E4F16EBD61}"/>
              </a:ext>
            </a:extLst>
          </p:cNvPr>
          <p:cNvSpPr>
            <a:spLocks noGrp="1"/>
          </p:cNvSpPr>
          <p:nvPr>
            <p:ph type="body" sz="half" idx="2"/>
          </p:nvPr>
        </p:nvSpPr>
        <p:spPr>
          <a:xfrm>
            <a:off x="317773" y="4099034"/>
            <a:ext cx="3467048" cy="2325621"/>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126F9F06-BE63-8EE7-74C5-6D0E3F9B7571}"/>
              </a:ext>
            </a:extLst>
          </p:cNvPr>
          <p:cNvSpPr>
            <a:spLocks noGrp="1"/>
          </p:cNvSpPr>
          <p:nvPr>
            <p:ph type="pic" idx="1" hasCustomPrompt="1"/>
          </p:nvPr>
        </p:nvSpPr>
        <p:spPr>
          <a:xfrm>
            <a:off x="4292853" y="793729"/>
            <a:ext cx="7899147" cy="6073107"/>
          </a:xfrm>
          <a:blipFill>
            <a:blip r:embed="rId2">
              <a:alphaModFix amt="80000"/>
            </a:blip>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cxnSp>
        <p:nvCxnSpPr>
          <p:cNvPr id="9" name="Straight Connector 8">
            <a:extLst>
              <a:ext uri="{FF2B5EF4-FFF2-40B4-BE49-F238E27FC236}">
                <a16:creationId xmlns:a16="http://schemas.microsoft.com/office/drawing/2014/main" id="{CA44ED1E-1404-EA59-99E6-D28F5236A529}"/>
              </a:ext>
            </a:extLst>
          </p:cNvPr>
          <p:cNvCxnSpPr>
            <a:cxnSpLocks/>
          </p:cNvCxnSpPr>
          <p:nvPr/>
        </p:nvCxnSpPr>
        <p:spPr>
          <a:xfrm>
            <a:off x="4292853" y="784893"/>
            <a:ext cx="0" cy="607310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6335496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 preserve="1">
  <p:cSld name="Conclusion">
    <p:bg>
      <p:bgRef idx="1001">
        <a:schemeClr val="bg2"/>
      </p:bgRef>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18A45ECA-9413-0F81-085A-48CF6F23E1DC}"/>
              </a:ext>
            </a:extLst>
          </p:cNvPr>
          <p:cNvCxnSpPr>
            <a:cxnSpLocks/>
          </p:cNvCxnSpPr>
          <p:nvPr/>
        </p:nvCxnSpPr>
        <p:spPr>
          <a:xfrm>
            <a:off x="0" y="2118492"/>
            <a:ext cx="12192000" cy="0"/>
          </a:xfrm>
          <a:prstGeom prst="line">
            <a:avLst/>
          </a:prstGeom>
          <a:ln w="9525">
            <a:solidFill>
              <a:schemeClr val="tx1">
                <a:lumMod val="85000"/>
              </a:schemeClr>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832104"/>
            <a:ext cx="11253668" cy="1225296"/>
          </a:xfrm>
        </p:spPr>
        <p:txBody>
          <a:bodyPr>
            <a:normAutofit/>
          </a:bodyPr>
          <a:lstStyle>
            <a:lvl1pPr>
              <a:defRPr sz="8800">
                <a:solidFill>
                  <a:schemeClr val="tx2"/>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263640"/>
            <a:ext cx="2962656" cy="411480"/>
          </a:xfrm>
        </p:spPr>
        <p:txBody>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1" y="6263640"/>
            <a:ext cx="1933553" cy="411480"/>
          </a:xfrm>
        </p:spPr>
        <p:txBody>
          <a:bodyPr/>
          <a:lstStyle>
            <a:lvl1pPr>
              <a:defRPr>
                <a:solidFill>
                  <a:schemeClr val="tx2"/>
                </a:solidFill>
              </a:defRPr>
            </a:lvl1pPr>
          </a:lstStyle>
          <a:p>
            <a:fld id="{12A08923-D58E-4822-B554-6A1173FCE25D}" type="datetime1">
              <a:rPr lang="en-US" smtClean="0"/>
              <a:t>2/9/2026</a:t>
            </a:fld>
            <a:endParaRPr lang="en-US" dirty="0"/>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263640"/>
            <a:ext cx="546447" cy="413360"/>
          </a:xfrm>
        </p:spPr>
        <p:txBody>
          <a:bodyPr/>
          <a:lstStyle>
            <a:lvl1pPr>
              <a:defRPr>
                <a:solidFill>
                  <a:schemeClr val="tx2"/>
                </a:solidFill>
              </a:defRPr>
            </a:lvl1p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7" y="3429001"/>
            <a:ext cx="11253669" cy="2773546"/>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658475511"/>
      </p:ext>
    </p:extLst>
  </p:cSld>
  <p:clrMapOvr>
    <a:overrideClrMapping bg1="dk1" tx1="lt1" bg2="dk2" tx2="lt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type="obj" preserve="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60" y="1270390"/>
            <a:ext cx="7929980" cy="2060888"/>
          </a:xfrm>
        </p:spPr>
        <p:txBody>
          <a:bodyPr>
            <a:normAutofit/>
          </a:bodyPr>
          <a:lstStyle>
            <a:lvl1pPr>
              <a:defRPr sz="880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5" y="3794761"/>
            <a:ext cx="7932765" cy="1531091"/>
          </a:xfrm>
        </p:spPr>
        <p:txBody>
          <a:bodyPr>
            <a:normAutofit/>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p>
            <a:fld id="{F50BF9E0-60DA-4D6D-8F14-825F152220D6}" type="datetime1">
              <a:rPr lang="en-US" smtClean="0"/>
              <a:t>2/9/2026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F4D168F9-DE00-B9C1-AD77-139DA8AF3364}"/>
              </a:ext>
            </a:extLst>
          </p:cNvPr>
          <p:cNvCxnSpPr>
            <a:cxnSpLocks/>
          </p:cNvCxnSpPr>
          <p:nvPr/>
        </p:nvCxnSpPr>
        <p:spPr>
          <a:xfrm>
            <a:off x="0" y="3434907"/>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76496275"/>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C4398EFF-E3C5-E79D-1BD3-016E84949F9C}"/>
              </a:ext>
            </a:extLst>
          </p:cNvPr>
          <p:cNvCxnSpPr>
            <a:cxnSpLocks/>
          </p:cNvCxnSpPr>
          <p:nvPr/>
        </p:nvCxnSpPr>
        <p:spPr>
          <a:xfrm>
            <a:off x="0" y="78956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
        <p:nvSpPr>
          <p:cNvPr id="2" name="Title Placeholder 1">
            <a:extLst>
              <a:ext uri="{FF2B5EF4-FFF2-40B4-BE49-F238E27FC236}">
                <a16:creationId xmlns:a16="http://schemas.microsoft.com/office/drawing/2014/main" id="{66478947-1D67-18A4-7E48-5B4B2F97FBE9}"/>
              </a:ext>
            </a:extLst>
          </p:cNvPr>
          <p:cNvSpPr>
            <a:spLocks noGrp="1"/>
          </p:cNvSpPr>
          <p:nvPr>
            <p:ph type="title"/>
          </p:nvPr>
        </p:nvSpPr>
        <p:spPr>
          <a:xfrm>
            <a:off x="320559" y="935798"/>
            <a:ext cx="11253668" cy="665690"/>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DFE08CA-9517-ABC1-E915-31EA6D7B73C7}"/>
              </a:ext>
            </a:extLst>
          </p:cNvPr>
          <p:cNvSpPr>
            <a:spLocks noGrp="1"/>
          </p:cNvSpPr>
          <p:nvPr>
            <p:ph type="body" idx="1"/>
          </p:nvPr>
        </p:nvSpPr>
        <p:spPr>
          <a:xfrm>
            <a:off x="320559" y="1707581"/>
            <a:ext cx="11253668" cy="484833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00E3983D-E783-AAEC-26DB-4B3F6511C702}"/>
              </a:ext>
            </a:extLst>
          </p:cNvPr>
          <p:cNvSpPr>
            <a:spLocks noGrp="1"/>
          </p:cNvSpPr>
          <p:nvPr>
            <p:ph type="ftr" sz="quarter" idx="3"/>
          </p:nvPr>
        </p:nvSpPr>
        <p:spPr>
          <a:xfrm>
            <a:off x="317773" y="207982"/>
            <a:ext cx="2963692" cy="413360"/>
          </a:xfrm>
          <a:prstGeom prst="rect">
            <a:avLst/>
          </a:prstGeom>
        </p:spPr>
        <p:txBody>
          <a:bodyPr vert="horz" lIns="91440" tIns="45720" rIns="91440" bIns="45720" rtlCol="0" anchor="ctr">
            <a:normAutofit/>
          </a:bodyPr>
          <a:lstStyle>
            <a:lvl1pPr algn="l">
              <a:defRPr sz="850" b="1" cap="all" spc="100" baseline="0">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70454426-0A97-D20B-FD06-9648AED7773C}"/>
              </a:ext>
            </a:extLst>
          </p:cNvPr>
          <p:cNvSpPr>
            <a:spLocks noGrp="1"/>
          </p:cNvSpPr>
          <p:nvPr>
            <p:ph type="dt" sz="half" idx="2"/>
          </p:nvPr>
        </p:nvSpPr>
        <p:spPr>
          <a:xfrm>
            <a:off x="7680069" y="207982"/>
            <a:ext cx="1921315" cy="413360"/>
          </a:xfrm>
          <a:prstGeom prst="rect">
            <a:avLst/>
          </a:prstGeom>
        </p:spPr>
        <p:txBody>
          <a:bodyPr vert="horz" lIns="91440" tIns="45720" rIns="91440" bIns="45720" rtlCol="0" anchor="ctr">
            <a:normAutofit/>
          </a:bodyPr>
          <a:lstStyle>
            <a:lvl1pPr algn="l">
              <a:defRPr sz="850" b="1" cap="all" spc="100" baseline="0">
                <a:solidFill>
                  <a:schemeClr val="tx2"/>
                </a:solidFill>
              </a:defRPr>
            </a:lvl1pPr>
          </a:lstStyle>
          <a:p>
            <a:fld id="{18A4B20A-718A-4149-B5D2-676E857EB828}" type="datetime1">
              <a:rPr lang="en-US" smtClean="0"/>
              <a:t>2/9/2026</a:t>
            </a:fld>
            <a:endParaRPr lang="en-US"/>
          </a:p>
        </p:txBody>
      </p:sp>
      <p:sp>
        <p:nvSpPr>
          <p:cNvPr id="6" name="Slide Number Placeholder 5">
            <a:extLst>
              <a:ext uri="{FF2B5EF4-FFF2-40B4-BE49-F238E27FC236}">
                <a16:creationId xmlns:a16="http://schemas.microsoft.com/office/drawing/2014/main" id="{7DA13386-8E2A-2962-4804-81558038BA54}"/>
              </a:ext>
            </a:extLst>
          </p:cNvPr>
          <p:cNvSpPr>
            <a:spLocks noGrp="1"/>
          </p:cNvSpPr>
          <p:nvPr>
            <p:ph type="sldNum" sz="quarter" idx="4"/>
          </p:nvPr>
        </p:nvSpPr>
        <p:spPr>
          <a:xfrm>
            <a:off x="11288870" y="207982"/>
            <a:ext cx="546447" cy="413360"/>
          </a:xfrm>
          <a:prstGeom prst="rect">
            <a:avLst/>
          </a:prstGeom>
        </p:spPr>
        <p:txBody>
          <a:bodyPr vert="horz" lIns="91440" tIns="45720" rIns="91440" bIns="45720" rtlCol="0" anchor="ctr">
            <a:normAutofit/>
          </a:bodyPr>
          <a:lstStyle>
            <a:lvl1pPr algn="r">
              <a:defRPr sz="850" b="1" cap="all" baseline="0">
                <a:solidFill>
                  <a:schemeClr val="tx2"/>
                </a:solidFill>
              </a:defRPr>
            </a:lvl1pPr>
          </a:lstStyle>
          <a:p>
            <a:fld id="{753D0FD4-819D-4187-8797-C35567B41C78}" type="slidenum">
              <a:rPr lang="en-US" smtClean="0"/>
              <a:t>‹#›</a:t>
            </a:fld>
            <a:endParaRPr lang="en-US"/>
          </a:p>
        </p:txBody>
      </p:sp>
    </p:spTree>
    <p:extLst>
      <p:ext uri="{BB962C8B-B14F-4D97-AF65-F5344CB8AC3E}">
        <p14:creationId xmlns:p14="http://schemas.microsoft.com/office/powerpoint/2010/main" val="112805888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Lst>
  <p:hf hdr="0"/>
  <p:txStyles>
    <p:titleStyle>
      <a:lvl1pPr algn="l" defTabSz="914400" rtl="0" eaLnBrk="1" latinLnBrk="0" hangingPunct="1">
        <a:lnSpc>
          <a:spcPct val="70000"/>
        </a:lnSpc>
        <a:spcBef>
          <a:spcPct val="0"/>
        </a:spcBef>
        <a:buNone/>
        <a:defRPr sz="4000" kern="1200" cap="all" baseline="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80">
          <p15:clr>
            <a:srgbClr val="F26B43"/>
          </p15:clr>
        </p15:guide>
        <p15:guide id="2" pos="264">
          <p15:clr>
            <a:srgbClr val="F26B43"/>
          </p15:clr>
        </p15:guide>
        <p15:guide id="3" pos="7416">
          <p15:clr>
            <a:srgbClr val="F26B43"/>
          </p15:clr>
        </p15:guide>
        <p15:guide id="4" orient="horz" pos="3816">
          <p15:clr>
            <a:srgbClr val="F26B43"/>
          </p15:clr>
        </p15:guide>
        <p15:guide id="5" pos="7200">
          <p15:clr>
            <a:srgbClr val="F26B43"/>
          </p15:clr>
        </p15:guide>
        <p15:guide id="6" pos="504">
          <p15:clr>
            <a:srgbClr val="F26B43"/>
          </p15:clr>
        </p15:guide>
        <p15:guide id="7" orient="horz" pos="4128">
          <p15:clr>
            <a:srgbClr val="F26B43"/>
          </p15:clr>
        </p15:guide>
        <p15:guide id="8" orient="horz" pos="1056">
          <p15:clr>
            <a:srgbClr val="F26B43"/>
          </p15:clr>
        </p15:guide>
        <p15:guide id="9" pos="458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3C572-61D9-E5FC-94DA-8A15E539AF76}"/>
              </a:ext>
            </a:extLst>
          </p:cNvPr>
          <p:cNvSpPr>
            <a:spLocks noGrp="1"/>
          </p:cNvSpPr>
          <p:nvPr>
            <p:ph type="title"/>
          </p:nvPr>
        </p:nvSpPr>
        <p:spPr>
          <a:xfrm>
            <a:off x="320558" y="612648"/>
            <a:ext cx="7015483" cy="1033272"/>
          </a:xfrm>
        </p:spPr>
        <p:txBody>
          <a:bodyPr anchor="b">
            <a:normAutofit/>
          </a:bodyPr>
          <a:lstStyle/>
          <a:p>
            <a:r>
              <a:rPr lang="en-US"/>
              <a:t>David Collins                            +1 23456789</a:t>
            </a:r>
          </a:p>
        </p:txBody>
      </p:sp>
      <p:sp>
        <p:nvSpPr>
          <p:cNvPr id="3" name="Footer Placeholder 2">
            <a:extLst>
              <a:ext uri="{FF2B5EF4-FFF2-40B4-BE49-F238E27FC236}">
                <a16:creationId xmlns:a16="http://schemas.microsoft.com/office/drawing/2014/main" id="{6065DA87-F4DB-08EC-88F7-5F6A3B053D80}"/>
              </a:ext>
            </a:extLst>
          </p:cNvPr>
          <p:cNvSpPr>
            <a:spLocks noGrp="1"/>
          </p:cNvSpPr>
          <p:nvPr>
            <p:ph type="ftr" sz="quarter" idx="15"/>
          </p:nvPr>
        </p:nvSpPr>
        <p:spPr>
          <a:xfrm>
            <a:off x="317773" y="207982"/>
            <a:ext cx="2963692" cy="413360"/>
          </a:xfrm>
        </p:spPr>
        <p:txBody>
          <a:bodyPr anchor="ctr">
            <a:normAutofit/>
          </a:bodyPr>
          <a:lstStyle/>
          <a:p>
            <a:pPr>
              <a:spcAft>
                <a:spcPts val="600"/>
              </a:spcAft>
            </a:pPr>
            <a:r>
              <a:rPr lang="en-US" dirty="0" err="1"/>
              <a:t>REsume</a:t>
            </a:r>
          </a:p>
        </p:txBody>
      </p:sp>
      <p:sp>
        <p:nvSpPr>
          <p:cNvPr id="4" name="Date Placeholder 3">
            <a:extLst>
              <a:ext uri="{FF2B5EF4-FFF2-40B4-BE49-F238E27FC236}">
                <a16:creationId xmlns:a16="http://schemas.microsoft.com/office/drawing/2014/main" id="{E6DEEEDD-D1FD-E5B2-1511-E52DC3FF4BBD}"/>
              </a:ext>
            </a:extLst>
          </p:cNvPr>
          <p:cNvSpPr>
            <a:spLocks noGrp="1"/>
          </p:cNvSpPr>
          <p:nvPr>
            <p:ph type="dt" sz="half" idx="14"/>
          </p:nvPr>
        </p:nvSpPr>
        <p:spPr>
          <a:xfrm>
            <a:off x="5224951" y="207982"/>
            <a:ext cx="1682496" cy="413360"/>
          </a:xfrm>
        </p:spPr>
        <p:txBody>
          <a:bodyPr anchor="ctr">
            <a:normAutofit/>
          </a:bodyPr>
          <a:lstStyle/>
          <a:p>
            <a:pPr>
              <a:spcAft>
                <a:spcPts val="600"/>
              </a:spcAft>
            </a:pPr>
            <a:fld id="{9EAD527F-9C49-4481-A18C-80BA2EA99E79}" type="datetime1">
              <a:rPr lang="en-US" smtClean="0"/>
              <a:pPr>
                <a:spcAft>
                  <a:spcPts val="600"/>
                </a:spcAft>
              </a:pPr>
              <a:t>2/9/2026</a:t>
            </a:fld>
            <a:endParaRPr lang="en-US"/>
          </a:p>
        </p:txBody>
      </p:sp>
      <p:sp>
        <p:nvSpPr>
          <p:cNvPr id="5" name="Slide Number Placeholder 4">
            <a:extLst>
              <a:ext uri="{FF2B5EF4-FFF2-40B4-BE49-F238E27FC236}">
                <a16:creationId xmlns:a16="http://schemas.microsoft.com/office/drawing/2014/main" id="{292C755E-89E8-75D1-C6DC-BAA402D8557E}"/>
              </a:ext>
            </a:extLst>
          </p:cNvPr>
          <p:cNvSpPr>
            <a:spLocks noGrp="1"/>
          </p:cNvSpPr>
          <p:nvPr>
            <p:ph type="sldNum" sz="quarter" idx="16"/>
          </p:nvPr>
        </p:nvSpPr>
        <p:spPr>
          <a:xfrm>
            <a:off x="6789594" y="207982"/>
            <a:ext cx="546447" cy="413360"/>
          </a:xfrm>
        </p:spPr>
        <p:txBody>
          <a:bodyPr anchor="ctr">
            <a:normAutofit/>
          </a:bodyPr>
          <a:lstStyle/>
          <a:p>
            <a:pPr>
              <a:spcAft>
                <a:spcPts val="600"/>
              </a:spcAft>
            </a:pPr>
            <a:fld id="{753D0FD4-819D-4187-8797-C35567B41C78}" type="slidenum">
              <a:rPr lang="en-US" smtClean="0"/>
              <a:pPr>
                <a:spcAft>
                  <a:spcPts val="600"/>
                </a:spcAft>
              </a:pPr>
              <a:t>1</a:t>
            </a:fld>
            <a:endParaRPr lang="en-US"/>
          </a:p>
        </p:txBody>
      </p:sp>
      <p:sp>
        <p:nvSpPr>
          <p:cNvPr id="7" name="Content Placeholder 6">
            <a:extLst>
              <a:ext uri="{FF2B5EF4-FFF2-40B4-BE49-F238E27FC236}">
                <a16:creationId xmlns:a16="http://schemas.microsoft.com/office/drawing/2014/main" id="{4C983CD7-524E-7AC6-CB74-9BFBA4E0E907}"/>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17773" y="1746504"/>
            <a:ext cx="7018271" cy="4806696"/>
          </a:xfrm>
        </p:spPr>
        <p:txBody>
          <a:bodyPr>
            <a:normAutofit/>
          </a:bodyPr>
          <a:lstStyle/>
          <a:p>
            <a:pPr marL="0" indent="0">
              <a:spcBef>
                <a:spcPts val="2500"/>
              </a:spcBef>
              <a:buFont typeface="Arial" panose="020B0604020202020204" pitchFamily="34" charset="0"/>
              <a:buNone/>
            </a:pPr>
            <a:r>
              <a:rPr lang="en-US" sz="1400" b="1"/>
              <a:t>Professional Summary</a:t>
            </a:r>
          </a:p>
          <a:p>
            <a:pPr marL="0" lvl="1" indent="0">
              <a:buFont typeface="Arial" panose="020B0604020202020204" pitchFamily="34" charset="0"/>
              <a:buNone/>
            </a:pPr>
            <a:r>
              <a:rPr lang="en-US" sz="1400"/>
              <a:t>David Collins has eight years of experience modernizing legacy .NET Framework applications with strong debugging and system maintenance skills.</a:t>
            </a:r>
          </a:p>
          <a:p>
            <a:pPr marL="0" indent="0">
              <a:spcBef>
                <a:spcPts val="2500"/>
              </a:spcBef>
              <a:buFont typeface="Arial" panose="020B0604020202020204" pitchFamily="34" charset="0"/>
              <a:buNone/>
            </a:pPr>
            <a:r>
              <a:rPr lang="en-US" sz="1400" b="1"/>
              <a:t>Technical Skills</a:t>
            </a:r>
          </a:p>
          <a:p>
            <a:pPr marL="0" lvl="1" indent="0">
              <a:buFont typeface="Arial" panose="020B0604020202020204" pitchFamily="34" charset="0"/>
              <a:buNone/>
            </a:pPr>
            <a:r>
              <a:rPr lang="en-US" sz="1400"/>
              <a:t>Proficient in VB.NET, C#, WinForms, ASP.NET WebForms, WPF, SQL Server optimization, SSIS, SSRS, ADO.NET, and IIS deployment.</a:t>
            </a:r>
          </a:p>
          <a:p>
            <a:pPr marL="0" indent="0">
              <a:spcBef>
                <a:spcPts val="2500"/>
              </a:spcBef>
              <a:buFont typeface="Arial" panose="020B0604020202020204" pitchFamily="34" charset="0"/>
              <a:buNone/>
            </a:pPr>
            <a:r>
              <a:rPr lang="en-US" sz="1400" b="1"/>
              <a:t>Professional Experience</a:t>
            </a:r>
          </a:p>
          <a:p>
            <a:pPr marL="0" lvl="1" indent="0">
              <a:buFont typeface="Arial" panose="020B0604020202020204" pitchFamily="34" charset="0"/>
              <a:buNone/>
            </a:pPr>
            <a:r>
              <a:rPr lang="en-US" sz="1400"/>
              <a:t>Leadership roles improving SQL performance, modernizing libraries, and reducing incident resolution times in enterprise on-premises environments.</a:t>
            </a:r>
          </a:p>
          <a:p>
            <a:pPr marL="0" indent="0">
              <a:spcBef>
                <a:spcPts val="2500"/>
              </a:spcBef>
              <a:buFont typeface="Arial" panose="020B0604020202020204" pitchFamily="34" charset="0"/>
              <a:buNone/>
            </a:pPr>
            <a:r>
              <a:rPr lang="en-US" sz="1400" b="1"/>
              <a:t>Education and Certifications</a:t>
            </a:r>
          </a:p>
          <a:p>
            <a:pPr marL="0" lvl="1" indent="0">
              <a:buFont typeface="Arial" panose="020B0604020202020204" pitchFamily="34" charset="0"/>
              <a:buNone/>
            </a:pPr>
            <a:r>
              <a:rPr lang="en-US" sz="1400"/>
              <a:t>Holds a Computer Science degree and certifications like AZ-900 and SQL Server coursework, emphasizing continuous learning.</a:t>
            </a:r>
          </a:p>
        </p:txBody>
      </p:sp>
      <p:pic>
        <p:nvPicPr>
          <p:cNvPr id="8" name="Content Placeholder 7" descr="Cropped shot of a young computer programmer looking through data">
            <a:extLst>
              <a:ext uri="{FF2B5EF4-FFF2-40B4-BE49-F238E27FC236}">
                <a16:creationId xmlns:a16="http://schemas.microsoft.com/office/drawing/2014/main" id="{D52095CF-2130-4D6D-91FF-9AC24CEFCD0E}"/>
              </a:ext>
            </a:extLst>
          </p:cNvPr>
          <p:cNvPicPr>
            <a:picLocks noGrp="1" noChangeAspect="1"/>
          </p:cNvPicPr>
          <p:nvPr>
            <p:ph type="pic" sz="quarter" idx="13"/>
          </p:nvPr>
        </p:nvPicPr>
        <p:blipFill>
          <a:blip r:embed="rId3"/>
          <a:srcRect l="12121" r="6089"/>
          <a:stretch>
            <a:fillRect/>
          </a:stretch>
        </p:blipFill>
        <p:spPr>
          <a:xfrm>
            <a:off x="7773592" y="10"/>
            <a:ext cx="4417215" cy="6857990"/>
          </a:xfrm>
        </p:spPr>
      </p:pic>
    </p:spTree>
    <p:extLst>
      <p:ext uri="{BB962C8B-B14F-4D97-AF65-F5344CB8AC3E}">
        <p14:creationId xmlns:p14="http://schemas.microsoft.com/office/powerpoint/2010/main" val="6383958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theme/theme1.xml><?xml version="1.0" encoding="utf-8"?>
<a:theme xmlns:a="http://schemas.openxmlformats.org/drawingml/2006/main" name="Editorial">
  <a:themeElements>
    <a:clrScheme name="Editorial">
      <a:dk1>
        <a:sysClr val="windowText" lastClr="000000"/>
      </a:dk1>
      <a:lt1>
        <a:sysClr val="window" lastClr="FFFFFF"/>
      </a:lt1>
      <a:dk2>
        <a:srgbClr val="171717"/>
      </a:dk2>
      <a:lt2>
        <a:srgbClr val="F7F6F3"/>
      </a:lt2>
      <a:accent1>
        <a:srgbClr val="C8350F"/>
      </a:accent1>
      <a:accent2>
        <a:srgbClr val="B6A992"/>
      </a:accent2>
      <a:accent3>
        <a:srgbClr val="D59A6D"/>
      </a:accent3>
      <a:accent4>
        <a:srgbClr val="C7793D"/>
      </a:accent4>
      <a:accent5>
        <a:srgbClr val="DB8464"/>
      </a:accent5>
      <a:accent6>
        <a:srgbClr val="3F7699"/>
      </a:accent6>
      <a:hlink>
        <a:srgbClr val="C8350F"/>
      </a:hlink>
      <a:folHlink>
        <a:srgbClr val="DB8464"/>
      </a:folHlink>
    </a:clrScheme>
    <a:fontScheme name="Custom 22">
      <a:majorFont>
        <a:latin typeface="Haettenschweiler"/>
        <a:ea typeface=""/>
        <a:cs typeface=""/>
      </a:majorFont>
      <a:minorFont>
        <a:latin typeface="Trade Gothic Nex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Editorial" id="{A923440E-1285-45C1-B66B-8630BD70D041}" vid="{F02A544F-3BB0-402C-9DE1-17A1995AA5F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0AEFF06-C01D-4782-9025-60F06DFEAF4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846201E-DF07-4095-9F76-DD2E789400A7}">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83E87D78-9CEC-4EE9-94B9-0F2EEEB8A065}">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Editorial</Template>
  <TotalTime>1</TotalTime>
  <Words>8</Words>
  <Application>Microsoft Office PowerPoint</Application>
  <PresentationFormat>Widescreen</PresentationFormat>
  <Paragraphs>5</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Editorial</vt:lpstr>
      <vt:lpstr>David Collins                            +1 23456789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revision>30</cp:revision>
  <dcterms:created xsi:type="dcterms:W3CDTF">2025-08-04T19:41:08Z</dcterms:created>
  <dcterms:modified xsi:type="dcterms:W3CDTF">2026-02-10T00:46:23Z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